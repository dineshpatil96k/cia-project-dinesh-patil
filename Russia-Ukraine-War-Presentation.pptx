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Lora" pitchFamily="2" charset="0"/>
      <p:regular r:id="rId12"/>
    </p:embeddedFont>
    <p:embeddedFont>
      <p:font typeface="Source Sans 3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6510" y="0"/>
            <a:ext cx="6847531" cy="10286513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32537" y="2907418"/>
            <a:ext cx="9734480" cy="3427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5"/>
              </a:lnSpc>
            </a:pPr>
            <a:r>
              <a:rPr lang="en-US" sz="539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The Global Trade Shift: Impact of the Russia–Ukraine War</a:t>
            </a:r>
          </a:p>
          <a:p>
            <a:pPr algn="l">
              <a:lnSpc>
                <a:spcPts val="2870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2537" y="5917640"/>
            <a:ext cx="8774670" cy="4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Howthe February 2022invasion reconfigured energy flows, commodity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2537" y="6326517"/>
            <a:ext cx="9410075" cy="93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markets, logistics networks, and the politics of trade — and what businesses and nations must do to adapt.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959" y="0"/>
            <a:ext cx="6847531" cy="10286513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7881011" y="3515066"/>
            <a:ext cx="4534587" cy="2997697"/>
            <a:chOff x="0" y="0"/>
            <a:chExt cx="2838450" cy="1876425"/>
          </a:xfrm>
        </p:grpSpPr>
        <p:sp>
          <p:nvSpPr>
            <p:cNvPr id="5" name="Freeform 5"/>
            <p:cNvSpPr/>
            <p:nvPr/>
          </p:nvSpPr>
          <p:spPr>
            <a:xfrm>
              <a:off x="-127" y="0"/>
              <a:ext cx="2838704" cy="1876552"/>
            </a:xfrm>
            <a:custGeom>
              <a:avLst/>
              <a:gdLst/>
              <a:ahLst/>
              <a:cxnLst/>
              <a:rect l="l" t="t" r="r" b="b"/>
              <a:pathLst>
                <a:path w="2838704" h="1876552">
                  <a:moveTo>
                    <a:pt x="127" y="1853692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731"/>
                  </a:cubicBezTo>
                  <a:cubicBezTo>
                    <a:pt x="9017" y="4699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860" y="0"/>
                  </a:cubicBezTo>
                  <a:lnTo>
                    <a:pt x="2815844" y="0"/>
                  </a:lnTo>
                  <a:cubicBezTo>
                    <a:pt x="2818892" y="0"/>
                    <a:pt x="2821813" y="635"/>
                    <a:pt x="2824607" y="1778"/>
                  </a:cubicBezTo>
                  <a:cubicBezTo>
                    <a:pt x="2827401" y="2921"/>
                    <a:pt x="2829814" y="4572"/>
                    <a:pt x="2831973" y="6731"/>
                  </a:cubicBezTo>
                  <a:cubicBezTo>
                    <a:pt x="2834132" y="8890"/>
                    <a:pt x="2835783" y="11303"/>
                    <a:pt x="2836926" y="14097"/>
                  </a:cubicBezTo>
                  <a:cubicBezTo>
                    <a:pt x="2838069" y="16891"/>
                    <a:pt x="2838704" y="19812"/>
                    <a:pt x="2838704" y="22860"/>
                  </a:cubicBezTo>
                  <a:lnTo>
                    <a:pt x="2838704" y="1853692"/>
                  </a:lnTo>
                  <a:cubicBezTo>
                    <a:pt x="2838704" y="1856740"/>
                    <a:pt x="2838069" y="1859661"/>
                    <a:pt x="2836926" y="1862455"/>
                  </a:cubicBezTo>
                  <a:cubicBezTo>
                    <a:pt x="2835783" y="1865249"/>
                    <a:pt x="2834132" y="1867662"/>
                    <a:pt x="2831973" y="1869821"/>
                  </a:cubicBezTo>
                  <a:cubicBezTo>
                    <a:pt x="2829814" y="1871980"/>
                    <a:pt x="2827401" y="1873631"/>
                    <a:pt x="2824607" y="1874774"/>
                  </a:cubicBezTo>
                  <a:cubicBezTo>
                    <a:pt x="2821813" y="1875917"/>
                    <a:pt x="2818892" y="1876552"/>
                    <a:pt x="2815844" y="1876552"/>
                  </a:cubicBezTo>
                  <a:lnTo>
                    <a:pt x="22860" y="1876552"/>
                  </a:lnTo>
                  <a:cubicBezTo>
                    <a:pt x="19812" y="1876552"/>
                    <a:pt x="16891" y="1875917"/>
                    <a:pt x="14097" y="1874774"/>
                  </a:cubicBezTo>
                  <a:cubicBezTo>
                    <a:pt x="11303" y="1873631"/>
                    <a:pt x="8890" y="1871980"/>
                    <a:pt x="6731" y="1869821"/>
                  </a:cubicBezTo>
                  <a:cubicBezTo>
                    <a:pt x="4572" y="1867662"/>
                    <a:pt x="2921" y="1865249"/>
                    <a:pt x="1778" y="1862455"/>
                  </a:cubicBezTo>
                  <a:cubicBezTo>
                    <a:pt x="635" y="1859661"/>
                    <a:pt x="0" y="1856740"/>
                    <a:pt x="0" y="185369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881011" y="6817097"/>
            <a:ext cx="9373509" cy="2115126"/>
            <a:chOff x="0" y="0"/>
            <a:chExt cx="5867400" cy="1323975"/>
          </a:xfrm>
        </p:grpSpPr>
        <p:sp>
          <p:nvSpPr>
            <p:cNvPr id="7" name="Freeform 7"/>
            <p:cNvSpPr/>
            <p:nvPr/>
          </p:nvSpPr>
          <p:spPr>
            <a:xfrm>
              <a:off x="-127" y="0"/>
              <a:ext cx="5867654" cy="1324102"/>
            </a:xfrm>
            <a:custGeom>
              <a:avLst/>
              <a:gdLst/>
              <a:ahLst/>
              <a:cxnLst/>
              <a:rect l="l" t="t" r="r" b="b"/>
              <a:pathLst>
                <a:path w="5867654" h="1324102">
                  <a:moveTo>
                    <a:pt x="127" y="1301242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731"/>
                  </a:cubicBezTo>
                  <a:cubicBezTo>
                    <a:pt x="9017" y="4699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860" y="0"/>
                  </a:cubicBezTo>
                  <a:lnTo>
                    <a:pt x="5844794" y="0"/>
                  </a:lnTo>
                  <a:cubicBezTo>
                    <a:pt x="5847842" y="0"/>
                    <a:pt x="5850763" y="635"/>
                    <a:pt x="5853557" y="1778"/>
                  </a:cubicBezTo>
                  <a:cubicBezTo>
                    <a:pt x="5856351" y="2921"/>
                    <a:pt x="5858764" y="4572"/>
                    <a:pt x="5860923" y="6731"/>
                  </a:cubicBezTo>
                  <a:cubicBezTo>
                    <a:pt x="5863082" y="8890"/>
                    <a:pt x="5864733" y="11303"/>
                    <a:pt x="5865876" y="14097"/>
                  </a:cubicBezTo>
                  <a:cubicBezTo>
                    <a:pt x="5867019" y="16891"/>
                    <a:pt x="5867654" y="19812"/>
                    <a:pt x="5867654" y="22860"/>
                  </a:cubicBezTo>
                  <a:lnTo>
                    <a:pt x="5867654" y="1301242"/>
                  </a:lnTo>
                  <a:cubicBezTo>
                    <a:pt x="5867654" y="1304290"/>
                    <a:pt x="5867019" y="1307211"/>
                    <a:pt x="5865876" y="1310005"/>
                  </a:cubicBezTo>
                  <a:cubicBezTo>
                    <a:pt x="5864733" y="1312799"/>
                    <a:pt x="5863082" y="1315212"/>
                    <a:pt x="5860923" y="1317371"/>
                  </a:cubicBezTo>
                  <a:cubicBezTo>
                    <a:pt x="5858764" y="1319530"/>
                    <a:pt x="5856351" y="1321181"/>
                    <a:pt x="5853557" y="1322324"/>
                  </a:cubicBezTo>
                  <a:cubicBezTo>
                    <a:pt x="5850763" y="1323467"/>
                    <a:pt x="5847842" y="1324102"/>
                    <a:pt x="5844794" y="1324102"/>
                  </a:cubicBezTo>
                  <a:lnTo>
                    <a:pt x="22860" y="1324102"/>
                  </a:lnTo>
                  <a:cubicBezTo>
                    <a:pt x="19812" y="1324102"/>
                    <a:pt x="16891" y="1323467"/>
                    <a:pt x="14097" y="1322324"/>
                  </a:cubicBezTo>
                  <a:cubicBezTo>
                    <a:pt x="11303" y="1321181"/>
                    <a:pt x="8890" y="1319530"/>
                    <a:pt x="6731" y="1317371"/>
                  </a:cubicBezTo>
                  <a:cubicBezTo>
                    <a:pt x="4572" y="1315212"/>
                    <a:pt x="2921" y="1312799"/>
                    <a:pt x="1778" y="1310005"/>
                  </a:cubicBezTo>
                  <a:cubicBezTo>
                    <a:pt x="635" y="1307211"/>
                    <a:pt x="0" y="1304290"/>
                    <a:pt x="0" y="130124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719933" y="3515066"/>
            <a:ext cx="4534587" cy="2997697"/>
            <a:chOff x="0" y="0"/>
            <a:chExt cx="2838450" cy="1876425"/>
          </a:xfrm>
        </p:grpSpPr>
        <p:sp>
          <p:nvSpPr>
            <p:cNvPr id="9" name="Freeform 9"/>
            <p:cNvSpPr/>
            <p:nvPr/>
          </p:nvSpPr>
          <p:spPr>
            <a:xfrm>
              <a:off x="-127" y="0"/>
              <a:ext cx="2838704" cy="1876552"/>
            </a:xfrm>
            <a:custGeom>
              <a:avLst/>
              <a:gdLst/>
              <a:ahLst/>
              <a:cxnLst/>
              <a:rect l="l" t="t" r="r" b="b"/>
              <a:pathLst>
                <a:path w="2838704" h="1876552">
                  <a:moveTo>
                    <a:pt x="127" y="1853692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731"/>
                  </a:cubicBezTo>
                  <a:cubicBezTo>
                    <a:pt x="9017" y="4699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860" y="0"/>
                  </a:cubicBezTo>
                  <a:lnTo>
                    <a:pt x="2815844" y="0"/>
                  </a:lnTo>
                  <a:cubicBezTo>
                    <a:pt x="2818892" y="0"/>
                    <a:pt x="2821813" y="635"/>
                    <a:pt x="2824607" y="1778"/>
                  </a:cubicBezTo>
                  <a:cubicBezTo>
                    <a:pt x="2827401" y="2921"/>
                    <a:pt x="2829814" y="4572"/>
                    <a:pt x="2831973" y="6731"/>
                  </a:cubicBezTo>
                  <a:cubicBezTo>
                    <a:pt x="2834132" y="8890"/>
                    <a:pt x="2835783" y="11303"/>
                    <a:pt x="2836926" y="14097"/>
                  </a:cubicBezTo>
                  <a:cubicBezTo>
                    <a:pt x="2838069" y="16891"/>
                    <a:pt x="2838704" y="19812"/>
                    <a:pt x="2838704" y="22860"/>
                  </a:cubicBezTo>
                  <a:lnTo>
                    <a:pt x="2838704" y="1853692"/>
                  </a:lnTo>
                  <a:cubicBezTo>
                    <a:pt x="2838704" y="1856740"/>
                    <a:pt x="2838069" y="1859661"/>
                    <a:pt x="2836926" y="1862455"/>
                  </a:cubicBezTo>
                  <a:cubicBezTo>
                    <a:pt x="2835783" y="1865249"/>
                    <a:pt x="2834132" y="1867662"/>
                    <a:pt x="2831973" y="1869821"/>
                  </a:cubicBezTo>
                  <a:cubicBezTo>
                    <a:pt x="2829814" y="1871980"/>
                    <a:pt x="2827401" y="1873631"/>
                    <a:pt x="2824607" y="1874774"/>
                  </a:cubicBezTo>
                  <a:cubicBezTo>
                    <a:pt x="2821813" y="1875917"/>
                    <a:pt x="2818892" y="1876552"/>
                    <a:pt x="2815844" y="1876552"/>
                  </a:cubicBezTo>
                  <a:lnTo>
                    <a:pt x="22860" y="1876552"/>
                  </a:lnTo>
                  <a:cubicBezTo>
                    <a:pt x="19812" y="1876552"/>
                    <a:pt x="16891" y="1875917"/>
                    <a:pt x="14097" y="1874774"/>
                  </a:cubicBezTo>
                  <a:cubicBezTo>
                    <a:pt x="11303" y="1873631"/>
                    <a:pt x="8890" y="1871980"/>
                    <a:pt x="6731" y="1869821"/>
                  </a:cubicBezTo>
                  <a:cubicBezTo>
                    <a:pt x="4572" y="1867662"/>
                    <a:pt x="2921" y="1865249"/>
                    <a:pt x="1778" y="1862455"/>
                  </a:cubicBezTo>
                  <a:cubicBezTo>
                    <a:pt x="635" y="1859661"/>
                    <a:pt x="0" y="1856740"/>
                    <a:pt x="0" y="185369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7880068" y="1315353"/>
            <a:ext cx="9074348" cy="1740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1"/>
              </a:lnSpc>
            </a:pPr>
            <a:r>
              <a:rPr lang="en-US" sz="539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February 2022: The Sudden Shock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171088" y="7001014"/>
            <a:ext cx="9007014" cy="156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69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Gas price crisis</a:t>
            </a:r>
          </a:p>
          <a:p>
            <a:pPr algn="l">
              <a:lnSpc>
                <a:spcPts val="3713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European gas spot prices spiked ~580% year-on-year, disrupting industry and household budgets.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71088" y="3794233"/>
            <a:ext cx="3881333" cy="2368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3"/>
              </a:lnSpc>
            </a:pPr>
            <a:r>
              <a:rPr lang="en-US" sz="269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Immediate market volatility</a:t>
            </a:r>
          </a:p>
          <a:p>
            <a:pPr algn="just">
              <a:lnSpc>
                <a:spcPts val="3713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Global economic instability surfaced within days as risk premia and FX volatility surged.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004303" y="3698983"/>
            <a:ext cx="3769824" cy="203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695" spc="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Energy price shock</a:t>
            </a:r>
          </a:p>
          <a:p>
            <a:pPr algn="l">
              <a:lnSpc>
                <a:spcPts val="3713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Brent crude rose &gt;25% in two weeks — a direct hit to energy- importing economies.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130" y="6147561"/>
            <a:ext cx="106517" cy="106517"/>
            <a:chOff x="0" y="0"/>
            <a:chExt cx="66675" cy="66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79130" y="7654018"/>
            <a:ext cx="106517" cy="106517"/>
            <a:chOff x="0" y="0"/>
            <a:chExt cx="66675" cy="66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6968007" y="2875963"/>
            <a:ext cx="10301730" cy="5828010"/>
            <a:chOff x="0" y="0"/>
            <a:chExt cx="8597900" cy="4864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97900" cy="4864100"/>
            </a:xfrm>
            <a:custGeom>
              <a:avLst/>
              <a:gdLst/>
              <a:ahLst/>
              <a:cxnLst/>
              <a:rect l="l" t="t" r="r" b="b"/>
              <a:pathLst>
                <a:path w="8597900" h="4864100">
                  <a:moveTo>
                    <a:pt x="30353" y="0"/>
                  </a:moveTo>
                  <a:cubicBezTo>
                    <a:pt x="21971" y="0"/>
                    <a:pt x="14859" y="2921"/>
                    <a:pt x="8890" y="8890"/>
                  </a:cubicBezTo>
                  <a:cubicBezTo>
                    <a:pt x="2921" y="14859"/>
                    <a:pt x="0" y="21971"/>
                    <a:pt x="0" y="30353"/>
                  </a:cubicBezTo>
                  <a:lnTo>
                    <a:pt x="0" y="4833747"/>
                  </a:lnTo>
                  <a:cubicBezTo>
                    <a:pt x="0" y="4842129"/>
                    <a:pt x="2921" y="4849241"/>
                    <a:pt x="8890" y="4855210"/>
                  </a:cubicBezTo>
                  <a:cubicBezTo>
                    <a:pt x="14859" y="4861179"/>
                    <a:pt x="21971" y="4864100"/>
                    <a:pt x="30353" y="4864100"/>
                  </a:cubicBezTo>
                  <a:lnTo>
                    <a:pt x="8567547" y="4864100"/>
                  </a:lnTo>
                  <a:cubicBezTo>
                    <a:pt x="8575928" y="4864100"/>
                    <a:pt x="8583040" y="4861179"/>
                    <a:pt x="8589010" y="4855210"/>
                  </a:cubicBezTo>
                  <a:cubicBezTo>
                    <a:pt x="8594978" y="4849241"/>
                    <a:pt x="8597900" y="4842129"/>
                    <a:pt x="8597900" y="4833747"/>
                  </a:cubicBezTo>
                  <a:lnTo>
                    <a:pt x="8597900" y="30353"/>
                  </a:lnTo>
                  <a:cubicBezTo>
                    <a:pt x="8597900" y="21971"/>
                    <a:pt x="8594978" y="14859"/>
                    <a:pt x="8589010" y="8890"/>
                  </a:cubicBezTo>
                  <a:cubicBezTo>
                    <a:pt x="8583040" y="2921"/>
                    <a:pt x="8575928" y="0"/>
                    <a:pt x="8567547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32537" y="1142160"/>
            <a:ext cx="13100818" cy="2409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 spc="5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The Commodity Crisis: Food and Energy</a:t>
            </a:r>
          </a:p>
          <a:p>
            <a:pPr algn="l">
              <a:lnSpc>
                <a:spcPts val="6038"/>
              </a:lnSpc>
            </a:pPr>
            <a:r>
              <a:rPr lang="en-US" sz="4313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Scale of disruption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43093" y="3832947"/>
            <a:ext cx="59345" cy="4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537" y="3832947"/>
            <a:ext cx="5193183" cy="4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Russia andUkraine accountedfor roughly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2537" y="4241824"/>
            <a:ext cx="5284377" cy="1404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36% of global wheat exports and over 50% of sunflower oil — a shock that cascaded through food supply chains and prices.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7834" y="5909973"/>
            <a:ext cx="4510742" cy="2885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Global food insecurity rose: 258M people in acute need (2022) vs 193M (2021).</a:t>
            </a:r>
          </a:p>
          <a:p>
            <a:pPr algn="l">
              <a:lnSpc>
                <a:spcPts val="3690"/>
              </a:lnSpc>
              <a:spcBef>
                <a:spcPts val="742"/>
              </a:spcBef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Fertilizer and energy costs pushed input prices higher for farmers worldwide.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6510" y="0"/>
            <a:ext cx="6847531" cy="10286513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918487" y="4995259"/>
            <a:ext cx="957544" cy="962672"/>
          </a:xfrm>
          <a:custGeom>
            <a:avLst/>
            <a:gdLst/>
            <a:ahLst/>
            <a:cxnLst/>
            <a:rect l="l" t="t" r="r" b="b"/>
            <a:pathLst>
              <a:path w="957544" h="962672">
                <a:moveTo>
                  <a:pt x="0" y="0"/>
                </a:moveTo>
                <a:lnTo>
                  <a:pt x="957544" y="0"/>
                </a:lnTo>
                <a:lnTo>
                  <a:pt x="957544" y="962671"/>
                </a:lnTo>
                <a:lnTo>
                  <a:pt x="0" y="9626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5785271" y="4996095"/>
            <a:ext cx="962672" cy="960998"/>
          </a:xfrm>
          <a:custGeom>
            <a:avLst/>
            <a:gdLst/>
            <a:ahLst/>
            <a:cxnLst/>
            <a:rect l="l" t="t" r="r" b="b"/>
            <a:pathLst>
              <a:path w="962672" h="960998">
                <a:moveTo>
                  <a:pt x="0" y="0"/>
                </a:moveTo>
                <a:lnTo>
                  <a:pt x="962671" y="0"/>
                </a:lnTo>
                <a:lnTo>
                  <a:pt x="962671" y="960998"/>
                </a:lnTo>
                <a:lnTo>
                  <a:pt x="0" y="9609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32537" y="1979081"/>
            <a:ext cx="7287614" cy="94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Supply Chain Paralysis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71146" y="3346011"/>
            <a:ext cx="59345" cy="4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2537" y="6731677"/>
            <a:ext cx="4277196" cy="13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Air cargo costs jumped as reroutes and airspace closures limited capacity.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37" y="3346011"/>
            <a:ext cx="9024224" cy="4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RoutesthroughRussia/Belaruscollapsed;air andsealogisticsstrained —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537" y="3789155"/>
            <a:ext cx="8681300" cy="89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container shortages, port delays, and soaring air-cargo rates amplified shortages and lead-time uncertainty.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902120" y="6731677"/>
            <a:ext cx="4611629" cy="13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Shortages of neon and palladium disrupted semiconductor production and automotive supply chains.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537" y="6145160"/>
            <a:ext cx="2697060" cy="46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 spc="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Air freight shock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02120" y="6145160"/>
            <a:ext cx="3004727" cy="46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Technology inputs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9130" y="5888877"/>
            <a:ext cx="106517" cy="106517"/>
            <a:chOff x="0" y="0"/>
            <a:chExt cx="66675" cy="666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79130" y="6923615"/>
            <a:ext cx="106517" cy="106517"/>
            <a:chOff x="0" y="0"/>
            <a:chExt cx="66675" cy="66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509202" y="3591150"/>
            <a:ext cx="7760535" cy="4397637"/>
            <a:chOff x="0" y="0"/>
            <a:chExt cx="6477000" cy="3670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77000" cy="3670300"/>
            </a:xfrm>
            <a:custGeom>
              <a:avLst/>
              <a:gdLst/>
              <a:ahLst/>
              <a:cxnLst/>
              <a:rect l="l" t="t" r="r" b="b"/>
              <a:pathLst>
                <a:path w="6477000" h="3670300">
                  <a:moveTo>
                    <a:pt x="30353" y="0"/>
                  </a:moveTo>
                  <a:cubicBezTo>
                    <a:pt x="21971" y="0"/>
                    <a:pt x="14859" y="2921"/>
                    <a:pt x="8890" y="8890"/>
                  </a:cubicBezTo>
                  <a:cubicBezTo>
                    <a:pt x="2921" y="14859"/>
                    <a:pt x="0" y="21971"/>
                    <a:pt x="0" y="30226"/>
                  </a:cubicBezTo>
                  <a:lnTo>
                    <a:pt x="0" y="3640074"/>
                  </a:lnTo>
                  <a:cubicBezTo>
                    <a:pt x="0" y="3648456"/>
                    <a:pt x="2921" y="3655568"/>
                    <a:pt x="8890" y="3661410"/>
                  </a:cubicBezTo>
                  <a:cubicBezTo>
                    <a:pt x="14859" y="3667252"/>
                    <a:pt x="21971" y="3670300"/>
                    <a:pt x="30353" y="3670300"/>
                  </a:cubicBezTo>
                  <a:lnTo>
                    <a:pt x="6446647" y="3670300"/>
                  </a:lnTo>
                  <a:cubicBezTo>
                    <a:pt x="6455029" y="3670300"/>
                    <a:pt x="6462141" y="3667379"/>
                    <a:pt x="6468110" y="3661410"/>
                  </a:cubicBezTo>
                  <a:cubicBezTo>
                    <a:pt x="6474079" y="3655441"/>
                    <a:pt x="6477000" y="3648329"/>
                    <a:pt x="6477000" y="3639947"/>
                  </a:cubicBezTo>
                  <a:lnTo>
                    <a:pt x="6477000" y="30353"/>
                  </a:lnTo>
                  <a:cubicBezTo>
                    <a:pt x="6477000" y="21971"/>
                    <a:pt x="6474079" y="14859"/>
                    <a:pt x="6468110" y="8890"/>
                  </a:cubicBezTo>
                  <a:cubicBezTo>
                    <a:pt x="6462141" y="2921"/>
                    <a:pt x="6455029" y="0"/>
                    <a:pt x="6446647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32537" y="1872564"/>
            <a:ext cx="9721714" cy="94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The Sanctions Era: 2022–2023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2537" y="3992664"/>
            <a:ext cx="7511163" cy="13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Widespread sanctions targeted Russian banks, shipping, and key export sectors, reshaping trade corridors and prompting rapid policy responses from affected firms and governments.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7834" y="5660814"/>
            <a:ext cx="7375110" cy="1932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Russian GDP contraction was notable but milder than some early forecasts.</a:t>
            </a:r>
          </a:p>
          <a:p>
            <a:pPr algn="l">
              <a:lnSpc>
                <a:spcPts val="3594"/>
              </a:lnSpc>
              <a:spcBef>
                <a:spcPts val="957"/>
              </a:spcBef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Q1 2023 federal budget deficits reached ~2,400 billion roubles amid fiscal re-prioritization.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6510" y="0"/>
            <a:ext cx="6847531" cy="10286513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32030" y="3763601"/>
            <a:ext cx="9576394" cy="4904856"/>
            <a:chOff x="0" y="0"/>
            <a:chExt cx="5994400" cy="3070225"/>
          </a:xfrm>
        </p:grpSpPr>
        <p:sp>
          <p:nvSpPr>
            <p:cNvPr id="5" name="Freeform 5"/>
            <p:cNvSpPr/>
            <p:nvPr/>
          </p:nvSpPr>
          <p:spPr>
            <a:xfrm>
              <a:off x="63373" y="63500"/>
              <a:ext cx="5867654" cy="2943352"/>
            </a:xfrm>
            <a:custGeom>
              <a:avLst/>
              <a:gdLst/>
              <a:ahLst/>
              <a:cxnLst/>
              <a:rect l="l" t="t" r="r" b="b"/>
              <a:pathLst>
                <a:path w="5867654" h="2943352">
                  <a:moveTo>
                    <a:pt x="127" y="2920492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604"/>
                  </a:cubicBezTo>
                  <a:cubicBezTo>
                    <a:pt x="9017" y="4445"/>
                    <a:pt x="11430" y="2794"/>
                    <a:pt x="14224" y="1651"/>
                  </a:cubicBezTo>
                  <a:cubicBezTo>
                    <a:pt x="17018" y="508"/>
                    <a:pt x="19939" y="0"/>
                    <a:pt x="22860" y="0"/>
                  </a:cubicBezTo>
                  <a:lnTo>
                    <a:pt x="5844794" y="0"/>
                  </a:lnTo>
                  <a:cubicBezTo>
                    <a:pt x="5847842" y="0"/>
                    <a:pt x="5850763" y="635"/>
                    <a:pt x="5853557" y="1778"/>
                  </a:cubicBezTo>
                  <a:cubicBezTo>
                    <a:pt x="5856351" y="2921"/>
                    <a:pt x="5858764" y="4572"/>
                    <a:pt x="5860923" y="6731"/>
                  </a:cubicBezTo>
                  <a:cubicBezTo>
                    <a:pt x="5863082" y="8890"/>
                    <a:pt x="5864733" y="11303"/>
                    <a:pt x="5865876" y="14097"/>
                  </a:cubicBezTo>
                  <a:cubicBezTo>
                    <a:pt x="5867019" y="16891"/>
                    <a:pt x="5867654" y="19812"/>
                    <a:pt x="5867654" y="22860"/>
                  </a:cubicBezTo>
                  <a:lnTo>
                    <a:pt x="5867654" y="2920492"/>
                  </a:lnTo>
                  <a:cubicBezTo>
                    <a:pt x="5867654" y="2923540"/>
                    <a:pt x="5867019" y="2926461"/>
                    <a:pt x="5865876" y="2929255"/>
                  </a:cubicBezTo>
                  <a:cubicBezTo>
                    <a:pt x="5864733" y="2932049"/>
                    <a:pt x="5863082" y="2934462"/>
                    <a:pt x="5860923" y="2936621"/>
                  </a:cubicBezTo>
                  <a:cubicBezTo>
                    <a:pt x="5858764" y="2938780"/>
                    <a:pt x="5856351" y="2940431"/>
                    <a:pt x="5853557" y="2941574"/>
                  </a:cubicBezTo>
                  <a:cubicBezTo>
                    <a:pt x="5850763" y="2942717"/>
                    <a:pt x="5847842" y="2943352"/>
                    <a:pt x="5844794" y="2943352"/>
                  </a:cubicBezTo>
                  <a:lnTo>
                    <a:pt x="22860" y="2943352"/>
                  </a:lnTo>
                  <a:cubicBezTo>
                    <a:pt x="19812" y="2943352"/>
                    <a:pt x="16891" y="2942717"/>
                    <a:pt x="14097" y="2941574"/>
                  </a:cubicBezTo>
                  <a:cubicBezTo>
                    <a:pt x="11303" y="2940431"/>
                    <a:pt x="8890" y="2938780"/>
                    <a:pt x="6731" y="2936621"/>
                  </a:cubicBezTo>
                  <a:cubicBezTo>
                    <a:pt x="4572" y="2934462"/>
                    <a:pt x="2921" y="2932049"/>
                    <a:pt x="1778" y="2929255"/>
                  </a:cubicBezTo>
                  <a:cubicBezTo>
                    <a:pt x="635" y="2926461"/>
                    <a:pt x="0" y="2923540"/>
                    <a:pt x="0" y="292049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2933700" cy="1619250"/>
            </a:xfrm>
            <a:custGeom>
              <a:avLst/>
              <a:gdLst/>
              <a:ahLst/>
              <a:cxnLst/>
              <a:rect l="l" t="t" r="r" b="b"/>
              <a:pathLst>
                <a:path w="2933700" h="1619250">
                  <a:moveTo>
                    <a:pt x="0" y="1619250"/>
                  </a:moveTo>
                  <a:lnTo>
                    <a:pt x="0" y="22733"/>
                  </a:lnTo>
                  <a:cubicBezTo>
                    <a:pt x="0" y="19685"/>
                    <a:pt x="635" y="16764"/>
                    <a:pt x="1778" y="13970"/>
                  </a:cubicBezTo>
                  <a:cubicBezTo>
                    <a:pt x="2921" y="11176"/>
                    <a:pt x="4572" y="8763"/>
                    <a:pt x="6731" y="6604"/>
                  </a:cubicBezTo>
                  <a:cubicBezTo>
                    <a:pt x="8890" y="4445"/>
                    <a:pt x="11303" y="2794"/>
                    <a:pt x="14097" y="1651"/>
                  </a:cubicBezTo>
                  <a:cubicBezTo>
                    <a:pt x="16891" y="508"/>
                    <a:pt x="19812" y="0"/>
                    <a:pt x="22733" y="0"/>
                  </a:cubicBezTo>
                  <a:lnTo>
                    <a:pt x="2933700" y="0"/>
                  </a:lnTo>
                  <a:lnTo>
                    <a:pt x="2933700" y="1619250"/>
                  </a:lnTo>
                  <a:lnTo>
                    <a:pt x="0" y="1619250"/>
                  </a:ln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2997200" y="63500"/>
              <a:ext cx="2933827" cy="1619250"/>
            </a:xfrm>
            <a:custGeom>
              <a:avLst/>
              <a:gdLst/>
              <a:ahLst/>
              <a:cxnLst/>
              <a:rect l="l" t="t" r="r" b="b"/>
              <a:pathLst>
                <a:path w="2933827" h="1619250">
                  <a:moveTo>
                    <a:pt x="0" y="1619250"/>
                  </a:moveTo>
                  <a:lnTo>
                    <a:pt x="0" y="0"/>
                  </a:lnTo>
                  <a:lnTo>
                    <a:pt x="2910967" y="0"/>
                  </a:lnTo>
                  <a:cubicBezTo>
                    <a:pt x="2914015" y="0"/>
                    <a:pt x="2916936" y="635"/>
                    <a:pt x="2919730" y="1778"/>
                  </a:cubicBezTo>
                  <a:cubicBezTo>
                    <a:pt x="2922524" y="2921"/>
                    <a:pt x="2924937" y="4572"/>
                    <a:pt x="2927096" y="6731"/>
                  </a:cubicBezTo>
                  <a:cubicBezTo>
                    <a:pt x="2929255" y="8890"/>
                    <a:pt x="2930906" y="11303"/>
                    <a:pt x="2932049" y="14097"/>
                  </a:cubicBezTo>
                  <a:cubicBezTo>
                    <a:pt x="2933192" y="16891"/>
                    <a:pt x="2933827" y="19812"/>
                    <a:pt x="2933827" y="22860"/>
                  </a:cubicBezTo>
                  <a:lnTo>
                    <a:pt x="2933827" y="1619250"/>
                  </a:lnTo>
                  <a:lnTo>
                    <a:pt x="0" y="1619250"/>
                  </a:ln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2997200" y="63500"/>
              <a:ext cx="19050" cy="1619250"/>
            </a:xfrm>
            <a:custGeom>
              <a:avLst/>
              <a:gdLst/>
              <a:ahLst/>
              <a:cxnLst/>
              <a:rect l="l" t="t" r="r" b="b"/>
              <a:pathLst>
                <a:path w="19050" h="1619250">
                  <a:moveTo>
                    <a:pt x="0" y="1609725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609725"/>
                  </a:lnTo>
                  <a:cubicBezTo>
                    <a:pt x="19050" y="1612392"/>
                    <a:pt x="18161" y="1614551"/>
                    <a:pt x="16256" y="1616456"/>
                  </a:cubicBezTo>
                  <a:cubicBezTo>
                    <a:pt x="14351" y="1618361"/>
                    <a:pt x="12192" y="1619250"/>
                    <a:pt x="9525" y="1619250"/>
                  </a:cubicBezTo>
                  <a:cubicBezTo>
                    <a:pt x="6858" y="1619250"/>
                    <a:pt x="4699" y="1618361"/>
                    <a:pt x="2794" y="1616456"/>
                  </a:cubicBezTo>
                  <a:cubicBezTo>
                    <a:pt x="889" y="1614551"/>
                    <a:pt x="0" y="1612392"/>
                    <a:pt x="0" y="1609725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3373" y="1682750"/>
              <a:ext cx="5867527" cy="1324102"/>
            </a:xfrm>
            <a:custGeom>
              <a:avLst/>
              <a:gdLst/>
              <a:ahLst/>
              <a:cxnLst/>
              <a:rect l="l" t="t" r="r" b="b"/>
              <a:pathLst>
                <a:path w="5867527" h="1324102">
                  <a:moveTo>
                    <a:pt x="127" y="1301242"/>
                  </a:moveTo>
                  <a:lnTo>
                    <a:pt x="127" y="0"/>
                  </a:lnTo>
                  <a:lnTo>
                    <a:pt x="5867527" y="0"/>
                  </a:lnTo>
                  <a:lnTo>
                    <a:pt x="5867527" y="1301242"/>
                  </a:lnTo>
                  <a:cubicBezTo>
                    <a:pt x="5867527" y="1304290"/>
                    <a:pt x="5866892" y="1307211"/>
                    <a:pt x="5865749" y="1310005"/>
                  </a:cubicBezTo>
                  <a:cubicBezTo>
                    <a:pt x="5864606" y="1312799"/>
                    <a:pt x="5862955" y="1315212"/>
                    <a:pt x="5860796" y="1317371"/>
                  </a:cubicBezTo>
                  <a:cubicBezTo>
                    <a:pt x="5858637" y="1319530"/>
                    <a:pt x="5856224" y="1321181"/>
                    <a:pt x="5853430" y="1322324"/>
                  </a:cubicBezTo>
                  <a:cubicBezTo>
                    <a:pt x="5850636" y="1323467"/>
                    <a:pt x="5847715" y="1324102"/>
                    <a:pt x="5844667" y="1324102"/>
                  </a:cubicBezTo>
                  <a:lnTo>
                    <a:pt x="22860" y="1324102"/>
                  </a:lnTo>
                  <a:cubicBezTo>
                    <a:pt x="19812" y="1324102"/>
                    <a:pt x="16891" y="1323467"/>
                    <a:pt x="14097" y="1322324"/>
                  </a:cubicBezTo>
                  <a:cubicBezTo>
                    <a:pt x="11303" y="1321181"/>
                    <a:pt x="8890" y="1319530"/>
                    <a:pt x="6731" y="1317371"/>
                  </a:cubicBezTo>
                  <a:cubicBezTo>
                    <a:pt x="4572" y="1315212"/>
                    <a:pt x="2921" y="1312799"/>
                    <a:pt x="1778" y="1310005"/>
                  </a:cubicBezTo>
                  <a:cubicBezTo>
                    <a:pt x="635" y="1307211"/>
                    <a:pt x="0" y="1304290"/>
                    <a:pt x="0" y="130124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63500" y="1682750"/>
              <a:ext cx="5867400" cy="19050"/>
            </a:xfrm>
            <a:custGeom>
              <a:avLst/>
              <a:gdLst/>
              <a:ahLst/>
              <a:cxnLst/>
              <a:rect l="l" t="t" r="r" b="b"/>
              <a:pathLst>
                <a:path w="5867400" h="19050">
                  <a:moveTo>
                    <a:pt x="0" y="9525"/>
                  </a:move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lnTo>
                    <a:pt x="5857875" y="0"/>
                  </a:lnTo>
                  <a:cubicBezTo>
                    <a:pt x="5860542" y="0"/>
                    <a:pt x="5862701" y="889"/>
                    <a:pt x="5864606" y="2794"/>
                  </a:cubicBezTo>
                  <a:cubicBezTo>
                    <a:pt x="5866511" y="4699"/>
                    <a:pt x="5867400" y="6858"/>
                    <a:pt x="5867400" y="9525"/>
                  </a:cubicBezTo>
                  <a:cubicBezTo>
                    <a:pt x="5867400" y="12192"/>
                    <a:pt x="5866511" y="14351"/>
                    <a:pt x="5864606" y="16256"/>
                  </a:cubicBezTo>
                  <a:cubicBezTo>
                    <a:pt x="5862701" y="18161"/>
                    <a:pt x="5860542" y="19050"/>
                    <a:pt x="5857875" y="19050"/>
                  </a:cubicBezTo>
                  <a:lnTo>
                    <a:pt x="9525" y="19050"/>
                  </a:lnTo>
                  <a:cubicBezTo>
                    <a:pt x="6858" y="19050"/>
                    <a:pt x="4699" y="18161"/>
                    <a:pt x="2794" y="16256"/>
                  </a:cubicBezTo>
                  <a:cubicBezTo>
                    <a:pt x="889" y="14351"/>
                    <a:pt x="0" y="12192"/>
                    <a:pt x="0" y="9525"/>
                  </a:cubicBezTo>
                  <a:close/>
                </a:path>
              </a:pathLst>
            </a:custGeom>
            <a:solidFill>
              <a:srgbClr val="D9CDBA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32537" y="1690079"/>
            <a:ext cx="8301946" cy="1716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07"/>
              </a:lnSpc>
            </a:pPr>
            <a:r>
              <a:rPr lang="en-US" sz="539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Sectoral Fallout: Autos to Agriculture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23557" y="4058493"/>
            <a:ext cx="4131450" cy="202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3"/>
              </a:lnSpc>
            </a:pPr>
            <a:r>
              <a:rPr lang="en-US" sz="269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Automotive</a:t>
            </a:r>
          </a:p>
          <a:p>
            <a:pPr algn="l">
              <a:lnSpc>
                <a:spcPts val="3640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Chip and component shortages forced production cuts and order delays across global OEMs.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3557" y="6645338"/>
            <a:ext cx="8150190" cy="155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9"/>
              </a:lnSpc>
            </a:pPr>
            <a:r>
              <a:rPr lang="en-US" sz="2695" spc="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Emerging importers</a:t>
            </a:r>
          </a:p>
          <a:p>
            <a:pPr algn="l">
              <a:lnSpc>
                <a:spcPts val="359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Countries like India experienced higher import bills for oil and key commodities, pressuring trade balances.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011255" y="4058493"/>
            <a:ext cx="4239367" cy="2027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3"/>
              </a:lnSpc>
            </a:pPr>
            <a:r>
              <a:rPr lang="en-US" sz="269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Agriculture</a:t>
            </a:r>
          </a:p>
          <a:p>
            <a:pPr algn="l">
              <a:lnSpc>
                <a:spcPts val="3640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Fertilizer price spikes threatened yields and raised food import bills for vulnerable countries.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3480" y="2875963"/>
            <a:ext cx="10301730" cy="5828010"/>
            <a:chOff x="0" y="0"/>
            <a:chExt cx="8597900" cy="4864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97900" cy="4864100"/>
            </a:xfrm>
            <a:custGeom>
              <a:avLst/>
              <a:gdLst/>
              <a:ahLst/>
              <a:cxnLst/>
              <a:rect l="l" t="t" r="r" b="b"/>
              <a:pathLst>
                <a:path w="8597900" h="4864100">
                  <a:moveTo>
                    <a:pt x="30353" y="0"/>
                  </a:moveTo>
                  <a:cubicBezTo>
                    <a:pt x="21971" y="0"/>
                    <a:pt x="14859" y="2921"/>
                    <a:pt x="8890" y="8890"/>
                  </a:cubicBezTo>
                  <a:cubicBezTo>
                    <a:pt x="2921" y="14859"/>
                    <a:pt x="0" y="21971"/>
                    <a:pt x="0" y="30353"/>
                  </a:cubicBezTo>
                  <a:lnTo>
                    <a:pt x="0" y="4833747"/>
                  </a:lnTo>
                  <a:cubicBezTo>
                    <a:pt x="0" y="4842129"/>
                    <a:pt x="2921" y="4849241"/>
                    <a:pt x="8890" y="4855210"/>
                  </a:cubicBezTo>
                  <a:cubicBezTo>
                    <a:pt x="14859" y="4861179"/>
                    <a:pt x="21971" y="4864100"/>
                    <a:pt x="30353" y="4864100"/>
                  </a:cubicBezTo>
                  <a:lnTo>
                    <a:pt x="8567547" y="4864100"/>
                  </a:lnTo>
                  <a:cubicBezTo>
                    <a:pt x="8575928" y="4864100"/>
                    <a:pt x="8583040" y="4861179"/>
                    <a:pt x="8589010" y="4855210"/>
                  </a:cubicBezTo>
                  <a:cubicBezTo>
                    <a:pt x="8594978" y="4849241"/>
                    <a:pt x="8597900" y="4842129"/>
                    <a:pt x="8597900" y="4833747"/>
                  </a:cubicBezTo>
                  <a:lnTo>
                    <a:pt x="8597900" y="30353"/>
                  </a:lnTo>
                  <a:cubicBezTo>
                    <a:pt x="8597900" y="21971"/>
                    <a:pt x="8594978" y="14859"/>
                    <a:pt x="8589010" y="8890"/>
                  </a:cubicBezTo>
                  <a:cubicBezTo>
                    <a:pt x="8583040" y="2921"/>
                    <a:pt x="8575928" y="0"/>
                    <a:pt x="8567547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2096047" y="4108519"/>
            <a:ext cx="106517" cy="106517"/>
            <a:chOff x="0" y="0"/>
            <a:chExt cx="66675" cy="666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096047" y="5614975"/>
            <a:ext cx="106517" cy="106517"/>
            <a:chOff x="0" y="0"/>
            <a:chExt cx="66675" cy="666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1948946" y="6593914"/>
            <a:ext cx="5422225" cy="2272361"/>
            <a:chOff x="0" y="0"/>
            <a:chExt cx="3394075" cy="1422400"/>
          </a:xfrm>
        </p:grpSpPr>
        <p:sp>
          <p:nvSpPr>
            <p:cNvPr id="9" name="Freeform 9"/>
            <p:cNvSpPr/>
            <p:nvPr/>
          </p:nvSpPr>
          <p:spPr>
            <a:xfrm>
              <a:off x="63373" y="63500"/>
              <a:ext cx="3267329" cy="1295527"/>
            </a:xfrm>
            <a:custGeom>
              <a:avLst/>
              <a:gdLst/>
              <a:ahLst/>
              <a:cxnLst/>
              <a:rect l="l" t="t" r="r" b="b"/>
              <a:pathLst>
                <a:path w="3267329" h="1295527">
                  <a:moveTo>
                    <a:pt x="127" y="1272667"/>
                  </a:moveTo>
                  <a:lnTo>
                    <a:pt x="127" y="22733"/>
                  </a:lnTo>
                  <a:cubicBezTo>
                    <a:pt x="127" y="19685"/>
                    <a:pt x="762" y="16764"/>
                    <a:pt x="1905" y="13970"/>
                  </a:cubicBezTo>
                  <a:cubicBezTo>
                    <a:pt x="3048" y="11176"/>
                    <a:pt x="4699" y="8763"/>
                    <a:pt x="6858" y="6604"/>
                  </a:cubicBezTo>
                  <a:cubicBezTo>
                    <a:pt x="9017" y="4445"/>
                    <a:pt x="11430" y="2794"/>
                    <a:pt x="14224" y="1651"/>
                  </a:cubicBezTo>
                  <a:cubicBezTo>
                    <a:pt x="17018" y="508"/>
                    <a:pt x="19939" y="0"/>
                    <a:pt x="22860" y="0"/>
                  </a:cubicBezTo>
                  <a:lnTo>
                    <a:pt x="3244469" y="0"/>
                  </a:lnTo>
                  <a:cubicBezTo>
                    <a:pt x="3247517" y="0"/>
                    <a:pt x="3250438" y="635"/>
                    <a:pt x="3253232" y="1778"/>
                  </a:cubicBezTo>
                  <a:cubicBezTo>
                    <a:pt x="3256026" y="2921"/>
                    <a:pt x="3258439" y="4572"/>
                    <a:pt x="3260598" y="6731"/>
                  </a:cubicBezTo>
                  <a:cubicBezTo>
                    <a:pt x="3262757" y="8890"/>
                    <a:pt x="3264408" y="11303"/>
                    <a:pt x="3265551" y="14097"/>
                  </a:cubicBezTo>
                  <a:cubicBezTo>
                    <a:pt x="3266694" y="16891"/>
                    <a:pt x="3267329" y="19812"/>
                    <a:pt x="3267329" y="22860"/>
                  </a:cubicBezTo>
                  <a:lnTo>
                    <a:pt x="3267329" y="1272667"/>
                  </a:lnTo>
                  <a:cubicBezTo>
                    <a:pt x="3267329" y="1275715"/>
                    <a:pt x="3266694" y="1278636"/>
                    <a:pt x="3265551" y="1281430"/>
                  </a:cubicBezTo>
                  <a:cubicBezTo>
                    <a:pt x="3264408" y="1284224"/>
                    <a:pt x="3262757" y="1286637"/>
                    <a:pt x="3260598" y="1288796"/>
                  </a:cubicBezTo>
                  <a:cubicBezTo>
                    <a:pt x="3258439" y="1290955"/>
                    <a:pt x="3256026" y="1292606"/>
                    <a:pt x="3253232" y="1293749"/>
                  </a:cubicBezTo>
                  <a:cubicBezTo>
                    <a:pt x="3250438" y="1294892"/>
                    <a:pt x="3247517" y="1295527"/>
                    <a:pt x="3244469" y="1295527"/>
                  </a:cubicBezTo>
                  <a:lnTo>
                    <a:pt x="22860" y="1295527"/>
                  </a:lnTo>
                  <a:cubicBezTo>
                    <a:pt x="19812" y="1295527"/>
                    <a:pt x="16891" y="1294892"/>
                    <a:pt x="14097" y="1293749"/>
                  </a:cubicBezTo>
                  <a:cubicBezTo>
                    <a:pt x="11303" y="1292606"/>
                    <a:pt x="8890" y="1290955"/>
                    <a:pt x="6731" y="1288796"/>
                  </a:cubicBezTo>
                  <a:cubicBezTo>
                    <a:pt x="4572" y="1286637"/>
                    <a:pt x="2921" y="1284224"/>
                    <a:pt x="1778" y="1281430"/>
                  </a:cubicBezTo>
                  <a:cubicBezTo>
                    <a:pt x="635" y="1278636"/>
                    <a:pt x="0" y="1275715"/>
                    <a:pt x="0" y="1272667"/>
                  </a:cubicBezTo>
                  <a:close/>
                </a:path>
              </a:pathLst>
            </a:custGeom>
            <a:solidFill>
              <a:srgbClr val="E2ECD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278638" y="341630"/>
              <a:ext cx="159385" cy="159385"/>
            </a:xfrm>
            <a:custGeom>
              <a:avLst/>
              <a:gdLst/>
              <a:ahLst/>
              <a:cxnLst/>
              <a:rect l="l" t="t" r="r" b="b"/>
              <a:pathLst>
                <a:path w="159385" h="159385">
                  <a:moveTo>
                    <a:pt x="22733" y="17018"/>
                  </a:moveTo>
                  <a:cubicBezTo>
                    <a:pt x="19558" y="17018"/>
                    <a:pt x="17018" y="19558"/>
                    <a:pt x="17018" y="22733"/>
                  </a:cubicBezTo>
                  <a:lnTo>
                    <a:pt x="17018" y="136525"/>
                  </a:lnTo>
                  <a:cubicBezTo>
                    <a:pt x="17018" y="139700"/>
                    <a:pt x="19558" y="142240"/>
                    <a:pt x="22733" y="142240"/>
                  </a:cubicBezTo>
                  <a:lnTo>
                    <a:pt x="102489" y="142240"/>
                  </a:lnTo>
                  <a:lnTo>
                    <a:pt x="102489" y="113792"/>
                  </a:lnTo>
                  <a:cubicBezTo>
                    <a:pt x="102489" y="107442"/>
                    <a:pt x="107569" y="102362"/>
                    <a:pt x="113919" y="102362"/>
                  </a:cubicBezTo>
                  <a:lnTo>
                    <a:pt x="142367" y="102362"/>
                  </a:lnTo>
                  <a:lnTo>
                    <a:pt x="142367" y="22733"/>
                  </a:lnTo>
                  <a:cubicBezTo>
                    <a:pt x="142367" y="19558"/>
                    <a:pt x="139827" y="17018"/>
                    <a:pt x="136652" y="17018"/>
                  </a:cubicBezTo>
                  <a:lnTo>
                    <a:pt x="22733" y="17018"/>
                  </a:lnTo>
                  <a:close/>
                  <a:moveTo>
                    <a:pt x="102489" y="159385"/>
                  </a:moveTo>
                  <a:lnTo>
                    <a:pt x="22733" y="159385"/>
                  </a:lnTo>
                  <a:cubicBezTo>
                    <a:pt x="10160" y="159385"/>
                    <a:pt x="0" y="149225"/>
                    <a:pt x="0" y="136652"/>
                  </a:cubicBezTo>
                  <a:lnTo>
                    <a:pt x="0" y="22733"/>
                  </a:lnTo>
                  <a:cubicBezTo>
                    <a:pt x="0" y="10160"/>
                    <a:pt x="10160" y="0"/>
                    <a:pt x="22733" y="0"/>
                  </a:cubicBezTo>
                  <a:lnTo>
                    <a:pt x="136652" y="0"/>
                  </a:lnTo>
                  <a:cubicBezTo>
                    <a:pt x="149225" y="0"/>
                    <a:pt x="159385" y="10160"/>
                    <a:pt x="159385" y="22733"/>
                  </a:cubicBezTo>
                  <a:lnTo>
                    <a:pt x="159385" y="102489"/>
                  </a:lnTo>
                  <a:lnTo>
                    <a:pt x="159385" y="104394"/>
                  </a:lnTo>
                  <a:cubicBezTo>
                    <a:pt x="159385" y="110490"/>
                    <a:pt x="156972" y="116205"/>
                    <a:pt x="152781" y="120523"/>
                  </a:cubicBezTo>
                  <a:lnTo>
                    <a:pt x="120523" y="152781"/>
                  </a:lnTo>
                  <a:cubicBezTo>
                    <a:pt x="116205" y="157099"/>
                    <a:pt x="110490" y="159385"/>
                    <a:pt x="104394" y="159385"/>
                  </a:cubicBezTo>
                  <a:lnTo>
                    <a:pt x="102489" y="159385"/>
                  </a:lnTo>
                  <a:close/>
                </a:path>
              </a:pathLst>
            </a:custGeom>
            <a:solidFill>
              <a:srgbClr val="436138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032537" y="1096510"/>
            <a:ext cx="8598612" cy="94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The Death of Just‐in‐Time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99784" y="6959928"/>
            <a:ext cx="4088524" cy="1379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29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Resilience now trades off against efficiency — a deliberate strategic pivot.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53957" y="2693550"/>
            <a:ext cx="4690696" cy="89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9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Firms moved from single-source, lean models to redundancy-first strategies: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519270" y="3870931"/>
            <a:ext cx="4672968" cy="2414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Nearshoring and regional diversification to reduce geopolitical exposure.</a:t>
            </a:r>
          </a:p>
          <a:p>
            <a:pPr algn="l">
              <a:lnSpc>
                <a:spcPts val="3624"/>
              </a:lnSpc>
              <a:spcBef>
                <a:spcPts val="927"/>
              </a:spcBef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Investment in real-time visibility, inventory buffers, and multi-sourcing.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5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26510" y="0"/>
            <a:ext cx="6847531" cy="10286513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32030" y="4296187"/>
            <a:ext cx="1359357" cy="2318011"/>
            <a:chOff x="0" y="0"/>
            <a:chExt cx="850900" cy="14509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724027" cy="1324102"/>
            </a:xfrm>
            <a:custGeom>
              <a:avLst/>
              <a:gdLst/>
              <a:ahLst/>
              <a:cxnLst/>
              <a:rect l="l" t="t" r="r" b="b"/>
              <a:pathLst>
                <a:path w="724027" h="1324102">
                  <a:moveTo>
                    <a:pt x="0" y="962025"/>
                  </a:moveTo>
                  <a:lnTo>
                    <a:pt x="0" y="361950"/>
                  </a:lnTo>
                  <a:cubicBezTo>
                    <a:pt x="0" y="350139"/>
                    <a:pt x="635" y="338328"/>
                    <a:pt x="1778" y="326517"/>
                  </a:cubicBezTo>
                  <a:cubicBezTo>
                    <a:pt x="2921" y="314706"/>
                    <a:pt x="4699" y="303022"/>
                    <a:pt x="6985" y="291338"/>
                  </a:cubicBezTo>
                  <a:cubicBezTo>
                    <a:pt x="9271" y="279654"/>
                    <a:pt x="12192" y="268224"/>
                    <a:pt x="15621" y="256921"/>
                  </a:cubicBezTo>
                  <a:cubicBezTo>
                    <a:pt x="19050" y="245618"/>
                    <a:pt x="23114" y="234442"/>
                    <a:pt x="27559" y="223520"/>
                  </a:cubicBezTo>
                  <a:cubicBezTo>
                    <a:pt x="32004" y="212598"/>
                    <a:pt x="37211" y="201803"/>
                    <a:pt x="42799" y="191389"/>
                  </a:cubicBezTo>
                  <a:cubicBezTo>
                    <a:pt x="48387" y="180975"/>
                    <a:pt x="54483" y="170815"/>
                    <a:pt x="61087" y="160909"/>
                  </a:cubicBezTo>
                  <a:cubicBezTo>
                    <a:pt x="67691" y="151003"/>
                    <a:pt x="74676" y="141605"/>
                    <a:pt x="82296" y="132334"/>
                  </a:cubicBezTo>
                  <a:cubicBezTo>
                    <a:pt x="89916" y="123063"/>
                    <a:pt x="97790" y="114427"/>
                    <a:pt x="106172" y="106045"/>
                  </a:cubicBezTo>
                  <a:cubicBezTo>
                    <a:pt x="114554" y="97663"/>
                    <a:pt x="123317" y="89662"/>
                    <a:pt x="132461" y="82169"/>
                  </a:cubicBezTo>
                  <a:cubicBezTo>
                    <a:pt x="141605" y="74676"/>
                    <a:pt x="151130" y="67564"/>
                    <a:pt x="161036" y="60960"/>
                  </a:cubicBezTo>
                  <a:cubicBezTo>
                    <a:pt x="170942" y="54356"/>
                    <a:pt x="181102" y="48260"/>
                    <a:pt x="191516" y="42672"/>
                  </a:cubicBezTo>
                  <a:cubicBezTo>
                    <a:pt x="201930" y="37084"/>
                    <a:pt x="212725" y="32004"/>
                    <a:pt x="223647" y="27432"/>
                  </a:cubicBezTo>
                  <a:cubicBezTo>
                    <a:pt x="234569" y="22860"/>
                    <a:pt x="245745" y="18923"/>
                    <a:pt x="257048" y="15494"/>
                  </a:cubicBezTo>
                  <a:cubicBezTo>
                    <a:pt x="268351" y="12065"/>
                    <a:pt x="279908" y="9144"/>
                    <a:pt x="291465" y="6858"/>
                  </a:cubicBezTo>
                  <a:cubicBezTo>
                    <a:pt x="303022" y="4572"/>
                    <a:pt x="314833" y="2794"/>
                    <a:pt x="326644" y="1651"/>
                  </a:cubicBezTo>
                  <a:cubicBezTo>
                    <a:pt x="338455" y="508"/>
                    <a:pt x="350139" y="0"/>
                    <a:pt x="361950" y="0"/>
                  </a:cubicBezTo>
                  <a:cubicBezTo>
                    <a:pt x="373761" y="0"/>
                    <a:pt x="385572" y="635"/>
                    <a:pt x="397383" y="1778"/>
                  </a:cubicBezTo>
                  <a:cubicBezTo>
                    <a:pt x="409194" y="2921"/>
                    <a:pt x="420878" y="4699"/>
                    <a:pt x="432562" y="6985"/>
                  </a:cubicBezTo>
                  <a:cubicBezTo>
                    <a:pt x="444246" y="9271"/>
                    <a:pt x="455676" y="12192"/>
                    <a:pt x="466979" y="15621"/>
                  </a:cubicBezTo>
                  <a:cubicBezTo>
                    <a:pt x="478282" y="19050"/>
                    <a:pt x="489458" y="23114"/>
                    <a:pt x="500380" y="27559"/>
                  </a:cubicBezTo>
                  <a:cubicBezTo>
                    <a:pt x="511302" y="32004"/>
                    <a:pt x="522097" y="37211"/>
                    <a:pt x="532511" y="42799"/>
                  </a:cubicBezTo>
                  <a:cubicBezTo>
                    <a:pt x="542925" y="48387"/>
                    <a:pt x="553085" y="54483"/>
                    <a:pt x="562991" y="61087"/>
                  </a:cubicBezTo>
                  <a:cubicBezTo>
                    <a:pt x="572897" y="67691"/>
                    <a:pt x="582295" y="74676"/>
                    <a:pt x="591566" y="82296"/>
                  </a:cubicBezTo>
                  <a:cubicBezTo>
                    <a:pt x="600837" y="89916"/>
                    <a:pt x="609473" y="97790"/>
                    <a:pt x="617855" y="106172"/>
                  </a:cubicBezTo>
                  <a:cubicBezTo>
                    <a:pt x="626237" y="114554"/>
                    <a:pt x="634238" y="123317"/>
                    <a:pt x="641731" y="132461"/>
                  </a:cubicBezTo>
                  <a:cubicBezTo>
                    <a:pt x="649224" y="141605"/>
                    <a:pt x="656336" y="151130"/>
                    <a:pt x="662940" y="161036"/>
                  </a:cubicBezTo>
                  <a:cubicBezTo>
                    <a:pt x="669544" y="170942"/>
                    <a:pt x="675640" y="181102"/>
                    <a:pt x="681228" y="191516"/>
                  </a:cubicBezTo>
                  <a:cubicBezTo>
                    <a:pt x="686816" y="201930"/>
                    <a:pt x="691896" y="212725"/>
                    <a:pt x="696468" y="223647"/>
                  </a:cubicBezTo>
                  <a:cubicBezTo>
                    <a:pt x="701040" y="234569"/>
                    <a:pt x="704977" y="245745"/>
                    <a:pt x="708406" y="257048"/>
                  </a:cubicBezTo>
                  <a:cubicBezTo>
                    <a:pt x="711835" y="268351"/>
                    <a:pt x="714756" y="279908"/>
                    <a:pt x="717042" y="291465"/>
                  </a:cubicBezTo>
                  <a:cubicBezTo>
                    <a:pt x="719328" y="303022"/>
                    <a:pt x="721106" y="314833"/>
                    <a:pt x="722249" y="326644"/>
                  </a:cubicBezTo>
                  <a:cubicBezTo>
                    <a:pt x="723392" y="338455"/>
                    <a:pt x="724027" y="350266"/>
                    <a:pt x="724027" y="362077"/>
                  </a:cubicBezTo>
                  <a:lnTo>
                    <a:pt x="724027" y="962025"/>
                  </a:lnTo>
                  <a:cubicBezTo>
                    <a:pt x="724027" y="973836"/>
                    <a:pt x="723392" y="985647"/>
                    <a:pt x="722249" y="997458"/>
                  </a:cubicBezTo>
                  <a:cubicBezTo>
                    <a:pt x="721106" y="1009269"/>
                    <a:pt x="719328" y="1020953"/>
                    <a:pt x="717042" y="1032637"/>
                  </a:cubicBezTo>
                  <a:cubicBezTo>
                    <a:pt x="714756" y="1044321"/>
                    <a:pt x="711835" y="1055751"/>
                    <a:pt x="708406" y="1067054"/>
                  </a:cubicBezTo>
                  <a:cubicBezTo>
                    <a:pt x="704977" y="1078357"/>
                    <a:pt x="700913" y="1089533"/>
                    <a:pt x="696468" y="1100455"/>
                  </a:cubicBezTo>
                  <a:cubicBezTo>
                    <a:pt x="692023" y="1111377"/>
                    <a:pt x="686816" y="1122172"/>
                    <a:pt x="681228" y="1132586"/>
                  </a:cubicBezTo>
                  <a:cubicBezTo>
                    <a:pt x="675640" y="1143000"/>
                    <a:pt x="669544" y="1153160"/>
                    <a:pt x="662940" y="1163066"/>
                  </a:cubicBezTo>
                  <a:cubicBezTo>
                    <a:pt x="656336" y="1172972"/>
                    <a:pt x="649351" y="1182370"/>
                    <a:pt x="641731" y="1191641"/>
                  </a:cubicBezTo>
                  <a:cubicBezTo>
                    <a:pt x="634111" y="1200912"/>
                    <a:pt x="626237" y="1209548"/>
                    <a:pt x="617855" y="1217930"/>
                  </a:cubicBezTo>
                  <a:cubicBezTo>
                    <a:pt x="609473" y="1226312"/>
                    <a:pt x="600710" y="1234313"/>
                    <a:pt x="591566" y="1241806"/>
                  </a:cubicBezTo>
                  <a:cubicBezTo>
                    <a:pt x="582422" y="1249299"/>
                    <a:pt x="572897" y="1256411"/>
                    <a:pt x="562991" y="1263015"/>
                  </a:cubicBezTo>
                  <a:cubicBezTo>
                    <a:pt x="553085" y="1269619"/>
                    <a:pt x="542925" y="1275715"/>
                    <a:pt x="532511" y="1281303"/>
                  </a:cubicBezTo>
                  <a:cubicBezTo>
                    <a:pt x="522097" y="1286891"/>
                    <a:pt x="511302" y="1291971"/>
                    <a:pt x="500380" y="1296543"/>
                  </a:cubicBezTo>
                  <a:cubicBezTo>
                    <a:pt x="489458" y="1301115"/>
                    <a:pt x="478282" y="1305052"/>
                    <a:pt x="466979" y="1308481"/>
                  </a:cubicBezTo>
                  <a:cubicBezTo>
                    <a:pt x="455676" y="1311910"/>
                    <a:pt x="444119" y="1314831"/>
                    <a:pt x="432562" y="1317117"/>
                  </a:cubicBezTo>
                  <a:cubicBezTo>
                    <a:pt x="421005" y="1319403"/>
                    <a:pt x="409194" y="1321181"/>
                    <a:pt x="397383" y="1322324"/>
                  </a:cubicBezTo>
                  <a:cubicBezTo>
                    <a:pt x="385572" y="1323467"/>
                    <a:pt x="373761" y="1324102"/>
                    <a:pt x="361950" y="1324102"/>
                  </a:cubicBezTo>
                  <a:cubicBezTo>
                    <a:pt x="350139" y="1324102"/>
                    <a:pt x="338328" y="1323467"/>
                    <a:pt x="326517" y="1322324"/>
                  </a:cubicBezTo>
                  <a:cubicBezTo>
                    <a:pt x="314706" y="1321181"/>
                    <a:pt x="303022" y="1319403"/>
                    <a:pt x="291338" y="1317117"/>
                  </a:cubicBezTo>
                  <a:cubicBezTo>
                    <a:pt x="279654" y="1314831"/>
                    <a:pt x="268224" y="1311910"/>
                    <a:pt x="256921" y="1308481"/>
                  </a:cubicBezTo>
                  <a:cubicBezTo>
                    <a:pt x="245618" y="1305052"/>
                    <a:pt x="234442" y="1300988"/>
                    <a:pt x="223520" y="1296543"/>
                  </a:cubicBezTo>
                  <a:cubicBezTo>
                    <a:pt x="212598" y="1292098"/>
                    <a:pt x="201803" y="1286891"/>
                    <a:pt x="191389" y="1281303"/>
                  </a:cubicBezTo>
                  <a:cubicBezTo>
                    <a:pt x="180975" y="1275715"/>
                    <a:pt x="170815" y="1269619"/>
                    <a:pt x="160909" y="1263015"/>
                  </a:cubicBezTo>
                  <a:cubicBezTo>
                    <a:pt x="151003" y="1256411"/>
                    <a:pt x="141605" y="1249426"/>
                    <a:pt x="132334" y="1241806"/>
                  </a:cubicBezTo>
                  <a:cubicBezTo>
                    <a:pt x="123063" y="1234186"/>
                    <a:pt x="114427" y="1226312"/>
                    <a:pt x="106045" y="1217930"/>
                  </a:cubicBezTo>
                  <a:cubicBezTo>
                    <a:pt x="97663" y="1209548"/>
                    <a:pt x="89662" y="1200785"/>
                    <a:pt x="82169" y="1191641"/>
                  </a:cubicBezTo>
                  <a:cubicBezTo>
                    <a:pt x="74676" y="1182497"/>
                    <a:pt x="67564" y="1172972"/>
                    <a:pt x="60960" y="1163066"/>
                  </a:cubicBezTo>
                  <a:cubicBezTo>
                    <a:pt x="54356" y="1153160"/>
                    <a:pt x="48260" y="1143000"/>
                    <a:pt x="42672" y="1132586"/>
                  </a:cubicBezTo>
                  <a:cubicBezTo>
                    <a:pt x="37084" y="1122172"/>
                    <a:pt x="32004" y="1111377"/>
                    <a:pt x="27432" y="1100455"/>
                  </a:cubicBezTo>
                  <a:cubicBezTo>
                    <a:pt x="22860" y="1089533"/>
                    <a:pt x="18923" y="1078357"/>
                    <a:pt x="15494" y="1067054"/>
                  </a:cubicBezTo>
                  <a:cubicBezTo>
                    <a:pt x="12065" y="1055751"/>
                    <a:pt x="9144" y="1044194"/>
                    <a:pt x="6858" y="1032637"/>
                  </a:cubicBezTo>
                  <a:cubicBezTo>
                    <a:pt x="4572" y="1021080"/>
                    <a:pt x="2794" y="1009269"/>
                    <a:pt x="1651" y="997458"/>
                  </a:cubicBezTo>
                  <a:cubicBezTo>
                    <a:pt x="508" y="985647"/>
                    <a:pt x="0" y="973836"/>
                    <a:pt x="0" y="962025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422346" y="581186"/>
              <a:ext cx="118692" cy="52798"/>
            </a:xfrm>
            <a:custGeom>
              <a:avLst/>
              <a:gdLst/>
              <a:ahLst/>
              <a:cxnLst/>
              <a:rect l="l" t="t" r="r" b="b"/>
              <a:pathLst>
                <a:path w="118692" h="52798">
                  <a:moveTo>
                    <a:pt x="111816" y="52798"/>
                  </a:moveTo>
                  <a:cubicBezTo>
                    <a:pt x="97211" y="51274"/>
                    <a:pt x="87178" y="49623"/>
                    <a:pt x="79812" y="48099"/>
                  </a:cubicBezTo>
                  <a:cubicBezTo>
                    <a:pt x="79685" y="48099"/>
                    <a:pt x="79685" y="48099"/>
                    <a:pt x="79558" y="48099"/>
                  </a:cubicBezTo>
                  <a:cubicBezTo>
                    <a:pt x="72446" y="46448"/>
                    <a:pt x="64826" y="44289"/>
                    <a:pt x="50348" y="39336"/>
                  </a:cubicBezTo>
                  <a:cubicBezTo>
                    <a:pt x="50221" y="39336"/>
                    <a:pt x="50094" y="39209"/>
                    <a:pt x="49967" y="39209"/>
                  </a:cubicBezTo>
                  <a:cubicBezTo>
                    <a:pt x="39045" y="34637"/>
                    <a:pt x="31552" y="30827"/>
                    <a:pt x="26218" y="27906"/>
                  </a:cubicBezTo>
                  <a:cubicBezTo>
                    <a:pt x="26091" y="27779"/>
                    <a:pt x="25964" y="27779"/>
                    <a:pt x="25837" y="27652"/>
                  </a:cubicBezTo>
                  <a:cubicBezTo>
                    <a:pt x="19995" y="23715"/>
                    <a:pt x="12121" y="18254"/>
                    <a:pt x="2469" y="11015"/>
                  </a:cubicBezTo>
                  <a:cubicBezTo>
                    <a:pt x="-198" y="8983"/>
                    <a:pt x="-833" y="5300"/>
                    <a:pt x="1199" y="2506"/>
                  </a:cubicBezTo>
                  <a:cubicBezTo>
                    <a:pt x="3231" y="-288"/>
                    <a:pt x="6914" y="-796"/>
                    <a:pt x="9708" y="1236"/>
                  </a:cubicBezTo>
                  <a:cubicBezTo>
                    <a:pt x="19360" y="8348"/>
                    <a:pt x="26980" y="13682"/>
                    <a:pt x="32695" y="17492"/>
                  </a:cubicBezTo>
                  <a:lnTo>
                    <a:pt x="29393" y="22572"/>
                  </a:lnTo>
                  <a:lnTo>
                    <a:pt x="32314" y="17238"/>
                  </a:lnTo>
                  <a:cubicBezTo>
                    <a:pt x="37267" y="19905"/>
                    <a:pt x="44252" y="23461"/>
                    <a:pt x="54920" y="28033"/>
                  </a:cubicBezTo>
                  <a:lnTo>
                    <a:pt x="52507" y="33621"/>
                  </a:lnTo>
                  <a:lnTo>
                    <a:pt x="54412" y="27906"/>
                  </a:lnTo>
                  <a:cubicBezTo>
                    <a:pt x="68636" y="32732"/>
                    <a:pt x="75875" y="34764"/>
                    <a:pt x="82606" y="36288"/>
                  </a:cubicBezTo>
                  <a:lnTo>
                    <a:pt x="81209" y="42130"/>
                  </a:lnTo>
                  <a:lnTo>
                    <a:pt x="82352" y="36161"/>
                  </a:lnTo>
                  <a:cubicBezTo>
                    <a:pt x="89337" y="37558"/>
                    <a:pt x="98989" y="39209"/>
                    <a:pt x="113213" y="40606"/>
                  </a:cubicBezTo>
                  <a:cubicBezTo>
                    <a:pt x="116515" y="40987"/>
                    <a:pt x="118928" y="43908"/>
                    <a:pt x="118674" y="47210"/>
                  </a:cubicBezTo>
                  <a:cubicBezTo>
                    <a:pt x="118420" y="50512"/>
                    <a:pt x="115372" y="52925"/>
                    <a:pt x="112070" y="52671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528303" y="621915"/>
              <a:ext cx="12736" cy="71649"/>
            </a:xfrm>
            <a:custGeom>
              <a:avLst/>
              <a:gdLst/>
              <a:ahLst/>
              <a:cxnLst/>
              <a:rect l="l" t="t" r="r" b="b"/>
              <a:pathLst>
                <a:path w="12736" h="71649">
                  <a:moveTo>
                    <a:pt x="12590" y="5846"/>
                  </a:moveTo>
                  <a:cubicBezTo>
                    <a:pt x="12717" y="10926"/>
                    <a:pt x="12844" y="41533"/>
                    <a:pt x="12590" y="55503"/>
                  </a:cubicBezTo>
                  <a:cubicBezTo>
                    <a:pt x="12590" y="55503"/>
                    <a:pt x="12590" y="55630"/>
                    <a:pt x="12590" y="55630"/>
                  </a:cubicBezTo>
                  <a:lnTo>
                    <a:pt x="12082" y="65917"/>
                  </a:lnTo>
                  <a:cubicBezTo>
                    <a:pt x="11955" y="69219"/>
                    <a:pt x="9034" y="71886"/>
                    <a:pt x="5732" y="71632"/>
                  </a:cubicBezTo>
                  <a:cubicBezTo>
                    <a:pt x="2430" y="71378"/>
                    <a:pt x="-237" y="68584"/>
                    <a:pt x="17" y="65282"/>
                  </a:cubicBezTo>
                  <a:lnTo>
                    <a:pt x="525" y="54995"/>
                  </a:lnTo>
                  <a:lnTo>
                    <a:pt x="6621" y="55249"/>
                  </a:lnTo>
                  <a:lnTo>
                    <a:pt x="525" y="55122"/>
                  </a:lnTo>
                  <a:cubicBezTo>
                    <a:pt x="906" y="41279"/>
                    <a:pt x="779" y="11053"/>
                    <a:pt x="525" y="6227"/>
                  </a:cubicBezTo>
                  <a:cubicBezTo>
                    <a:pt x="398" y="2925"/>
                    <a:pt x="3065" y="131"/>
                    <a:pt x="6367" y="4"/>
                  </a:cubicBezTo>
                  <a:cubicBezTo>
                    <a:pt x="9669" y="-123"/>
                    <a:pt x="12463" y="2544"/>
                    <a:pt x="12590" y="584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422346" y="699572"/>
              <a:ext cx="116134" cy="167259"/>
            </a:xfrm>
            <a:custGeom>
              <a:avLst/>
              <a:gdLst/>
              <a:ahLst/>
              <a:cxnLst/>
              <a:rect l="l" t="t" r="r" b="b"/>
              <a:pathLst>
                <a:path w="116134" h="167259">
                  <a:moveTo>
                    <a:pt x="116134" y="6929"/>
                  </a:moveTo>
                  <a:cubicBezTo>
                    <a:pt x="114483" y="18613"/>
                    <a:pt x="112197" y="29916"/>
                    <a:pt x="109403" y="40838"/>
                  </a:cubicBezTo>
                  <a:cubicBezTo>
                    <a:pt x="109403" y="40965"/>
                    <a:pt x="109403" y="41092"/>
                    <a:pt x="109276" y="41219"/>
                  </a:cubicBezTo>
                  <a:cubicBezTo>
                    <a:pt x="105593" y="52522"/>
                    <a:pt x="100640" y="64587"/>
                    <a:pt x="95306" y="75763"/>
                  </a:cubicBezTo>
                  <a:cubicBezTo>
                    <a:pt x="95306" y="75890"/>
                    <a:pt x="95179" y="76017"/>
                    <a:pt x="95179" y="76017"/>
                  </a:cubicBezTo>
                  <a:cubicBezTo>
                    <a:pt x="90480" y="84399"/>
                    <a:pt x="84765" y="93416"/>
                    <a:pt x="78034" y="102941"/>
                  </a:cubicBezTo>
                  <a:cubicBezTo>
                    <a:pt x="77907" y="103068"/>
                    <a:pt x="77907" y="103068"/>
                    <a:pt x="77780" y="103195"/>
                  </a:cubicBezTo>
                  <a:cubicBezTo>
                    <a:pt x="69906" y="112974"/>
                    <a:pt x="62540" y="121102"/>
                    <a:pt x="51618" y="132151"/>
                  </a:cubicBezTo>
                  <a:cubicBezTo>
                    <a:pt x="51491" y="132278"/>
                    <a:pt x="51491" y="132278"/>
                    <a:pt x="51364" y="132405"/>
                  </a:cubicBezTo>
                  <a:cubicBezTo>
                    <a:pt x="43871" y="139390"/>
                    <a:pt x="35235" y="146629"/>
                    <a:pt x="17455" y="160218"/>
                  </a:cubicBezTo>
                  <a:cubicBezTo>
                    <a:pt x="17455" y="160218"/>
                    <a:pt x="17328" y="160218"/>
                    <a:pt x="17328" y="160345"/>
                  </a:cubicBezTo>
                  <a:lnTo>
                    <a:pt x="9708" y="166060"/>
                  </a:lnTo>
                  <a:cubicBezTo>
                    <a:pt x="7041" y="168092"/>
                    <a:pt x="3231" y="167457"/>
                    <a:pt x="1199" y="164790"/>
                  </a:cubicBezTo>
                  <a:cubicBezTo>
                    <a:pt x="-833" y="162123"/>
                    <a:pt x="-198" y="158313"/>
                    <a:pt x="2469" y="156281"/>
                  </a:cubicBezTo>
                  <a:lnTo>
                    <a:pt x="10089" y="150566"/>
                  </a:lnTo>
                  <a:lnTo>
                    <a:pt x="13645" y="155392"/>
                  </a:lnTo>
                  <a:lnTo>
                    <a:pt x="9962" y="150566"/>
                  </a:lnTo>
                  <a:cubicBezTo>
                    <a:pt x="27615" y="136977"/>
                    <a:pt x="35870" y="129992"/>
                    <a:pt x="42982" y="123388"/>
                  </a:cubicBezTo>
                  <a:lnTo>
                    <a:pt x="47046" y="127833"/>
                  </a:lnTo>
                  <a:lnTo>
                    <a:pt x="42728" y="123515"/>
                  </a:lnTo>
                  <a:cubicBezTo>
                    <a:pt x="53396" y="112720"/>
                    <a:pt x="60381" y="104846"/>
                    <a:pt x="68128" y="95448"/>
                  </a:cubicBezTo>
                  <a:lnTo>
                    <a:pt x="72827" y="99258"/>
                  </a:lnTo>
                  <a:lnTo>
                    <a:pt x="67874" y="95702"/>
                  </a:lnTo>
                  <a:cubicBezTo>
                    <a:pt x="74478" y="86558"/>
                    <a:pt x="79812" y="77922"/>
                    <a:pt x="84257" y="70048"/>
                  </a:cubicBezTo>
                  <a:lnTo>
                    <a:pt x="89591" y="72969"/>
                  </a:lnTo>
                  <a:lnTo>
                    <a:pt x="84130" y="70302"/>
                  </a:lnTo>
                  <a:cubicBezTo>
                    <a:pt x="89337" y="59634"/>
                    <a:pt x="94036" y="48077"/>
                    <a:pt x="97465" y="37282"/>
                  </a:cubicBezTo>
                  <a:lnTo>
                    <a:pt x="103180" y="39187"/>
                  </a:lnTo>
                  <a:lnTo>
                    <a:pt x="97338" y="37663"/>
                  </a:lnTo>
                  <a:cubicBezTo>
                    <a:pt x="100132" y="27122"/>
                    <a:pt x="102291" y="16327"/>
                    <a:pt x="103815" y="5151"/>
                  </a:cubicBezTo>
                  <a:cubicBezTo>
                    <a:pt x="104323" y="1849"/>
                    <a:pt x="107371" y="-437"/>
                    <a:pt x="110673" y="71"/>
                  </a:cubicBezTo>
                  <a:cubicBezTo>
                    <a:pt x="113975" y="579"/>
                    <a:pt x="116261" y="3627"/>
                    <a:pt x="115753" y="692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342362" y="773019"/>
              <a:ext cx="92309" cy="93706"/>
            </a:xfrm>
            <a:custGeom>
              <a:avLst/>
              <a:gdLst/>
              <a:ahLst/>
              <a:cxnLst/>
              <a:rect l="l" t="t" r="r" b="b"/>
              <a:pathLst>
                <a:path w="92309" h="93706">
                  <a:moveTo>
                    <a:pt x="82453" y="92359"/>
                  </a:moveTo>
                  <a:cubicBezTo>
                    <a:pt x="60990" y="75722"/>
                    <a:pt x="52481" y="68737"/>
                    <a:pt x="42575" y="60101"/>
                  </a:cubicBezTo>
                  <a:cubicBezTo>
                    <a:pt x="42448" y="60101"/>
                    <a:pt x="42448" y="59974"/>
                    <a:pt x="42321" y="59847"/>
                  </a:cubicBezTo>
                  <a:cubicBezTo>
                    <a:pt x="32415" y="50195"/>
                    <a:pt x="23271" y="40162"/>
                    <a:pt x="15270" y="30383"/>
                  </a:cubicBezTo>
                  <a:cubicBezTo>
                    <a:pt x="15143" y="30256"/>
                    <a:pt x="15143" y="30129"/>
                    <a:pt x="15016" y="30129"/>
                  </a:cubicBezTo>
                  <a:cubicBezTo>
                    <a:pt x="10317" y="23525"/>
                    <a:pt x="5618" y="16540"/>
                    <a:pt x="919" y="9301"/>
                  </a:cubicBezTo>
                  <a:cubicBezTo>
                    <a:pt x="-859" y="6507"/>
                    <a:pt x="30" y="2697"/>
                    <a:pt x="2824" y="919"/>
                  </a:cubicBezTo>
                  <a:cubicBezTo>
                    <a:pt x="5618" y="-859"/>
                    <a:pt x="9428" y="30"/>
                    <a:pt x="11206" y="2824"/>
                  </a:cubicBezTo>
                  <a:cubicBezTo>
                    <a:pt x="15651" y="9936"/>
                    <a:pt x="20223" y="16667"/>
                    <a:pt x="24922" y="23144"/>
                  </a:cubicBezTo>
                  <a:lnTo>
                    <a:pt x="19969" y="26700"/>
                  </a:lnTo>
                  <a:lnTo>
                    <a:pt x="24668" y="22890"/>
                  </a:lnTo>
                  <a:cubicBezTo>
                    <a:pt x="32415" y="32415"/>
                    <a:pt x="41178" y="41940"/>
                    <a:pt x="50830" y="51338"/>
                  </a:cubicBezTo>
                  <a:lnTo>
                    <a:pt x="46639" y="55656"/>
                  </a:lnTo>
                  <a:lnTo>
                    <a:pt x="50703" y="51084"/>
                  </a:lnTo>
                  <a:cubicBezTo>
                    <a:pt x="60228" y="59466"/>
                    <a:pt x="68483" y="66324"/>
                    <a:pt x="89946" y="82834"/>
                  </a:cubicBezTo>
                  <a:cubicBezTo>
                    <a:pt x="92613" y="84866"/>
                    <a:pt x="93121" y="88676"/>
                    <a:pt x="90962" y="91343"/>
                  </a:cubicBezTo>
                  <a:cubicBezTo>
                    <a:pt x="88803" y="94010"/>
                    <a:pt x="85120" y="94518"/>
                    <a:pt x="82453" y="9235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316446" y="581304"/>
              <a:ext cx="117996" cy="52591"/>
            </a:xfrm>
            <a:custGeom>
              <a:avLst/>
              <a:gdLst/>
              <a:ahLst/>
              <a:cxnLst/>
              <a:rect l="l" t="t" r="r" b="b"/>
              <a:pathLst>
                <a:path w="117996" h="52591">
                  <a:moveTo>
                    <a:pt x="115608" y="10897"/>
                  </a:moveTo>
                  <a:cubicBezTo>
                    <a:pt x="101384" y="21819"/>
                    <a:pt x="91351" y="28296"/>
                    <a:pt x="86144" y="31217"/>
                  </a:cubicBezTo>
                  <a:cubicBezTo>
                    <a:pt x="86017" y="31217"/>
                    <a:pt x="86017" y="31344"/>
                    <a:pt x="85890" y="31344"/>
                  </a:cubicBezTo>
                  <a:cubicBezTo>
                    <a:pt x="78270" y="35154"/>
                    <a:pt x="67221" y="39726"/>
                    <a:pt x="59728" y="42393"/>
                  </a:cubicBezTo>
                  <a:cubicBezTo>
                    <a:pt x="59601" y="42393"/>
                    <a:pt x="59601" y="42393"/>
                    <a:pt x="59474" y="42520"/>
                  </a:cubicBezTo>
                  <a:cubicBezTo>
                    <a:pt x="51346" y="45060"/>
                    <a:pt x="44615" y="46965"/>
                    <a:pt x="37122" y="48616"/>
                  </a:cubicBezTo>
                  <a:cubicBezTo>
                    <a:pt x="36995" y="48616"/>
                    <a:pt x="36868" y="48616"/>
                    <a:pt x="36868" y="48616"/>
                  </a:cubicBezTo>
                  <a:cubicBezTo>
                    <a:pt x="27851" y="50140"/>
                    <a:pt x="17691" y="51537"/>
                    <a:pt x="6642" y="52553"/>
                  </a:cubicBezTo>
                  <a:cubicBezTo>
                    <a:pt x="3340" y="52934"/>
                    <a:pt x="419" y="50394"/>
                    <a:pt x="38" y="47092"/>
                  </a:cubicBezTo>
                  <a:cubicBezTo>
                    <a:pt x="-343" y="43790"/>
                    <a:pt x="2197" y="40869"/>
                    <a:pt x="5499" y="40488"/>
                  </a:cubicBezTo>
                  <a:cubicBezTo>
                    <a:pt x="16421" y="39472"/>
                    <a:pt x="26200" y="38075"/>
                    <a:pt x="34836" y="36678"/>
                  </a:cubicBezTo>
                  <a:lnTo>
                    <a:pt x="35852" y="42647"/>
                  </a:lnTo>
                  <a:lnTo>
                    <a:pt x="34455" y="36805"/>
                  </a:lnTo>
                  <a:cubicBezTo>
                    <a:pt x="41567" y="35154"/>
                    <a:pt x="48044" y="33503"/>
                    <a:pt x="55791" y="30963"/>
                  </a:cubicBezTo>
                  <a:lnTo>
                    <a:pt x="57569" y="36678"/>
                  </a:lnTo>
                  <a:lnTo>
                    <a:pt x="55537" y="30963"/>
                  </a:lnTo>
                  <a:cubicBezTo>
                    <a:pt x="62649" y="28423"/>
                    <a:pt x="73317" y="23978"/>
                    <a:pt x="80429" y="20422"/>
                  </a:cubicBezTo>
                  <a:lnTo>
                    <a:pt x="83096" y="25883"/>
                  </a:lnTo>
                  <a:lnTo>
                    <a:pt x="80175" y="20549"/>
                  </a:lnTo>
                  <a:cubicBezTo>
                    <a:pt x="84620" y="18009"/>
                    <a:pt x="94145" y="11913"/>
                    <a:pt x="108242" y="1245"/>
                  </a:cubicBezTo>
                  <a:cubicBezTo>
                    <a:pt x="110909" y="-787"/>
                    <a:pt x="114719" y="-279"/>
                    <a:pt x="116751" y="2388"/>
                  </a:cubicBezTo>
                  <a:cubicBezTo>
                    <a:pt x="118783" y="5055"/>
                    <a:pt x="118275" y="8865"/>
                    <a:pt x="115608" y="1089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422402" y="581279"/>
              <a:ext cx="12319" cy="285496"/>
            </a:xfrm>
            <a:custGeom>
              <a:avLst/>
              <a:gdLst/>
              <a:ahLst/>
              <a:cxnLst/>
              <a:rect l="l" t="t" r="r" b="b"/>
              <a:pathLst>
                <a:path w="12319" h="285496">
                  <a:moveTo>
                    <a:pt x="127" y="279400"/>
                  </a:moveTo>
                  <a:lnTo>
                    <a:pt x="0" y="6096"/>
                  </a:lnTo>
                  <a:cubicBezTo>
                    <a:pt x="0" y="2794"/>
                    <a:pt x="2667" y="0"/>
                    <a:pt x="6096" y="0"/>
                  </a:cubicBezTo>
                  <a:cubicBezTo>
                    <a:pt x="9525" y="0"/>
                    <a:pt x="12192" y="2667"/>
                    <a:pt x="12192" y="6096"/>
                  </a:cubicBezTo>
                  <a:lnTo>
                    <a:pt x="12319" y="279400"/>
                  </a:lnTo>
                  <a:cubicBezTo>
                    <a:pt x="12319" y="282702"/>
                    <a:pt x="9652" y="285496"/>
                    <a:pt x="6223" y="285496"/>
                  </a:cubicBezTo>
                  <a:cubicBezTo>
                    <a:pt x="2794" y="285496"/>
                    <a:pt x="127" y="282829"/>
                    <a:pt x="127" y="27940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18956" y="700464"/>
              <a:ext cx="35750" cy="84589"/>
            </a:xfrm>
            <a:custGeom>
              <a:avLst/>
              <a:gdLst/>
              <a:ahLst/>
              <a:cxnLst/>
              <a:rect l="l" t="t" r="r" b="b"/>
              <a:pathLst>
                <a:path w="35750" h="84589">
                  <a:moveTo>
                    <a:pt x="24452" y="81729"/>
                  </a:moveTo>
                  <a:cubicBezTo>
                    <a:pt x="9339" y="56456"/>
                    <a:pt x="3497" y="31437"/>
                    <a:pt x="68" y="6926"/>
                  </a:cubicBezTo>
                  <a:cubicBezTo>
                    <a:pt x="-440" y="3624"/>
                    <a:pt x="1973" y="576"/>
                    <a:pt x="5275" y="68"/>
                  </a:cubicBezTo>
                  <a:cubicBezTo>
                    <a:pt x="8577" y="-440"/>
                    <a:pt x="11625" y="1973"/>
                    <a:pt x="12133" y="5275"/>
                  </a:cubicBezTo>
                  <a:cubicBezTo>
                    <a:pt x="15435" y="29024"/>
                    <a:pt x="20896" y="52265"/>
                    <a:pt x="34866" y="75506"/>
                  </a:cubicBezTo>
                  <a:cubicBezTo>
                    <a:pt x="36644" y="78427"/>
                    <a:pt x="35628" y="82110"/>
                    <a:pt x="32834" y="83761"/>
                  </a:cubicBezTo>
                  <a:cubicBezTo>
                    <a:pt x="30040" y="85412"/>
                    <a:pt x="26230" y="84523"/>
                    <a:pt x="24579" y="8172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526397" y="681464"/>
              <a:ext cx="13880" cy="30263"/>
            </a:xfrm>
            <a:custGeom>
              <a:avLst/>
              <a:gdLst/>
              <a:ahLst/>
              <a:cxnLst/>
              <a:rect l="l" t="t" r="r" b="b"/>
              <a:pathLst>
                <a:path w="13880" h="30263">
                  <a:moveTo>
                    <a:pt x="13861" y="6622"/>
                  </a:moveTo>
                  <a:lnTo>
                    <a:pt x="12083" y="24783"/>
                  </a:lnTo>
                  <a:cubicBezTo>
                    <a:pt x="11702" y="28085"/>
                    <a:pt x="8781" y="30498"/>
                    <a:pt x="5479" y="30244"/>
                  </a:cubicBezTo>
                  <a:cubicBezTo>
                    <a:pt x="2177" y="29990"/>
                    <a:pt x="-236" y="26942"/>
                    <a:pt x="18" y="23640"/>
                  </a:cubicBezTo>
                  <a:lnTo>
                    <a:pt x="1796" y="5479"/>
                  </a:lnTo>
                  <a:cubicBezTo>
                    <a:pt x="2177" y="2177"/>
                    <a:pt x="5098" y="-236"/>
                    <a:pt x="8400" y="18"/>
                  </a:cubicBezTo>
                  <a:cubicBezTo>
                    <a:pt x="11702" y="272"/>
                    <a:pt x="14115" y="3320"/>
                    <a:pt x="13861" y="6622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316353" y="621661"/>
              <a:ext cx="14614" cy="90814"/>
            </a:xfrm>
            <a:custGeom>
              <a:avLst/>
              <a:gdLst/>
              <a:ahLst/>
              <a:cxnLst/>
              <a:rect l="l" t="t" r="r" b="b"/>
              <a:pathLst>
                <a:path w="14614" h="90814">
                  <a:moveTo>
                    <a:pt x="2544" y="84967"/>
                  </a:moveTo>
                  <a:lnTo>
                    <a:pt x="4" y="6227"/>
                  </a:lnTo>
                  <a:cubicBezTo>
                    <a:pt x="-123" y="2925"/>
                    <a:pt x="2544" y="131"/>
                    <a:pt x="5846" y="4"/>
                  </a:cubicBezTo>
                  <a:cubicBezTo>
                    <a:pt x="9148" y="-123"/>
                    <a:pt x="11942" y="2544"/>
                    <a:pt x="12069" y="5846"/>
                  </a:cubicBezTo>
                  <a:lnTo>
                    <a:pt x="14609" y="84586"/>
                  </a:lnTo>
                  <a:cubicBezTo>
                    <a:pt x="14736" y="87888"/>
                    <a:pt x="12069" y="90682"/>
                    <a:pt x="8767" y="90809"/>
                  </a:cubicBezTo>
                  <a:cubicBezTo>
                    <a:pt x="5465" y="90936"/>
                    <a:pt x="2671" y="88269"/>
                    <a:pt x="2544" y="8496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32030" y="6700431"/>
            <a:ext cx="1359357" cy="2318011"/>
            <a:chOff x="0" y="0"/>
            <a:chExt cx="850900" cy="1450975"/>
          </a:xfrm>
        </p:grpSpPr>
        <p:sp>
          <p:nvSpPr>
            <p:cNvPr id="16" name="Freeform 16"/>
            <p:cNvSpPr/>
            <p:nvPr/>
          </p:nvSpPr>
          <p:spPr>
            <a:xfrm>
              <a:off x="63500" y="63500"/>
              <a:ext cx="724027" cy="1324102"/>
            </a:xfrm>
            <a:custGeom>
              <a:avLst/>
              <a:gdLst/>
              <a:ahLst/>
              <a:cxnLst/>
              <a:rect l="l" t="t" r="r" b="b"/>
              <a:pathLst>
                <a:path w="724027" h="1324102">
                  <a:moveTo>
                    <a:pt x="0" y="962025"/>
                  </a:moveTo>
                  <a:lnTo>
                    <a:pt x="0" y="361950"/>
                  </a:lnTo>
                  <a:cubicBezTo>
                    <a:pt x="0" y="350139"/>
                    <a:pt x="635" y="338328"/>
                    <a:pt x="1778" y="326517"/>
                  </a:cubicBezTo>
                  <a:cubicBezTo>
                    <a:pt x="2921" y="314706"/>
                    <a:pt x="4699" y="303022"/>
                    <a:pt x="6985" y="291338"/>
                  </a:cubicBezTo>
                  <a:cubicBezTo>
                    <a:pt x="9271" y="279654"/>
                    <a:pt x="12192" y="268224"/>
                    <a:pt x="15621" y="256921"/>
                  </a:cubicBezTo>
                  <a:cubicBezTo>
                    <a:pt x="19050" y="245618"/>
                    <a:pt x="23114" y="234442"/>
                    <a:pt x="27559" y="223520"/>
                  </a:cubicBezTo>
                  <a:cubicBezTo>
                    <a:pt x="32004" y="212598"/>
                    <a:pt x="37211" y="201803"/>
                    <a:pt x="42799" y="191389"/>
                  </a:cubicBezTo>
                  <a:cubicBezTo>
                    <a:pt x="48387" y="180975"/>
                    <a:pt x="54483" y="170815"/>
                    <a:pt x="61087" y="160909"/>
                  </a:cubicBezTo>
                  <a:cubicBezTo>
                    <a:pt x="67691" y="151003"/>
                    <a:pt x="74676" y="141605"/>
                    <a:pt x="82296" y="132334"/>
                  </a:cubicBezTo>
                  <a:cubicBezTo>
                    <a:pt x="89916" y="123063"/>
                    <a:pt x="97790" y="114427"/>
                    <a:pt x="106172" y="106045"/>
                  </a:cubicBezTo>
                  <a:cubicBezTo>
                    <a:pt x="114554" y="97663"/>
                    <a:pt x="123317" y="89662"/>
                    <a:pt x="132461" y="82169"/>
                  </a:cubicBezTo>
                  <a:cubicBezTo>
                    <a:pt x="141605" y="74676"/>
                    <a:pt x="151130" y="67564"/>
                    <a:pt x="161036" y="60960"/>
                  </a:cubicBezTo>
                  <a:cubicBezTo>
                    <a:pt x="170942" y="54356"/>
                    <a:pt x="181102" y="48260"/>
                    <a:pt x="191516" y="42672"/>
                  </a:cubicBezTo>
                  <a:cubicBezTo>
                    <a:pt x="201930" y="37084"/>
                    <a:pt x="212725" y="32004"/>
                    <a:pt x="223647" y="27432"/>
                  </a:cubicBezTo>
                  <a:cubicBezTo>
                    <a:pt x="234569" y="22860"/>
                    <a:pt x="245745" y="18923"/>
                    <a:pt x="257048" y="15494"/>
                  </a:cubicBezTo>
                  <a:cubicBezTo>
                    <a:pt x="268351" y="12065"/>
                    <a:pt x="279908" y="9144"/>
                    <a:pt x="291465" y="6858"/>
                  </a:cubicBezTo>
                  <a:cubicBezTo>
                    <a:pt x="303022" y="4572"/>
                    <a:pt x="314833" y="2794"/>
                    <a:pt x="326644" y="1651"/>
                  </a:cubicBezTo>
                  <a:cubicBezTo>
                    <a:pt x="338455" y="508"/>
                    <a:pt x="350139" y="0"/>
                    <a:pt x="361950" y="0"/>
                  </a:cubicBezTo>
                  <a:cubicBezTo>
                    <a:pt x="373761" y="0"/>
                    <a:pt x="385572" y="635"/>
                    <a:pt x="397383" y="1778"/>
                  </a:cubicBezTo>
                  <a:cubicBezTo>
                    <a:pt x="409194" y="2921"/>
                    <a:pt x="420878" y="4699"/>
                    <a:pt x="432562" y="6985"/>
                  </a:cubicBezTo>
                  <a:cubicBezTo>
                    <a:pt x="444246" y="9271"/>
                    <a:pt x="455676" y="12192"/>
                    <a:pt x="466979" y="15621"/>
                  </a:cubicBezTo>
                  <a:cubicBezTo>
                    <a:pt x="478282" y="19050"/>
                    <a:pt x="489458" y="23114"/>
                    <a:pt x="500380" y="27559"/>
                  </a:cubicBezTo>
                  <a:cubicBezTo>
                    <a:pt x="511302" y="32004"/>
                    <a:pt x="522097" y="37211"/>
                    <a:pt x="532511" y="42799"/>
                  </a:cubicBezTo>
                  <a:cubicBezTo>
                    <a:pt x="542925" y="48387"/>
                    <a:pt x="553085" y="54483"/>
                    <a:pt x="562991" y="61087"/>
                  </a:cubicBezTo>
                  <a:cubicBezTo>
                    <a:pt x="572897" y="67691"/>
                    <a:pt x="582295" y="74676"/>
                    <a:pt x="591566" y="82296"/>
                  </a:cubicBezTo>
                  <a:cubicBezTo>
                    <a:pt x="600837" y="89916"/>
                    <a:pt x="609473" y="97790"/>
                    <a:pt x="617855" y="106172"/>
                  </a:cubicBezTo>
                  <a:cubicBezTo>
                    <a:pt x="626237" y="114554"/>
                    <a:pt x="634238" y="123317"/>
                    <a:pt x="641731" y="132461"/>
                  </a:cubicBezTo>
                  <a:cubicBezTo>
                    <a:pt x="649224" y="141605"/>
                    <a:pt x="656336" y="151130"/>
                    <a:pt x="662940" y="161036"/>
                  </a:cubicBezTo>
                  <a:cubicBezTo>
                    <a:pt x="669544" y="170942"/>
                    <a:pt x="675640" y="181102"/>
                    <a:pt x="681228" y="191516"/>
                  </a:cubicBezTo>
                  <a:cubicBezTo>
                    <a:pt x="686816" y="201930"/>
                    <a:pt x="691896" y="212725"/>
                    <a:pt x="696468" y="223647"/>
                  </a:cubicBezTo>
                  <a:cubicBezTo>
                    <a:pt x="701040" y="234569"/>
                    <a:pt x="704977" y="245745"/>
                    <a:pt x="708406" y="257048"/>
                  </a:cubicBezTo>
                  <a:cubicBezTo>
                    <a:pt x="711835" y="268351"/>
                    <a:pt x="714756" y="279908"/>
                    <a:pt x="717042" y="291465"/>
                  </a:cubicBezTo>
                  <a:cubicBezTo>
                    <a:pt x="719328" y="303022"/>
                    <a:pt x="721106" y="314833"/>
                    <a:pt x="722249" y="326644"/>
                  </a:cubicBezTo>
                  <a:cubicBezTo>
                    <a:pt x="723392" y="338455"/>
                    <a:pt x="724027" y="350266"/>
                    <a:pt x="724027" y="362077"/>
                  </a:cubicBezTo>
                  <a:lnTo>
                    <a:pt x="724027" y="962025"/>
                  </a:lnTo>
                  <a:cubicBezTo>
                    <a:pt x="724027" y="973836"/>
                    <a:pt x="723392" y="985647"/>
                    <a:pt x="722249" y="997458"/>
                  </a:cubicBezTo>
                  <a:cubicBezTo>
                    <a:pt x="721106" y="1009269"/>
                    <a:pt x="719328" y="1020953"/>
                    <a:pt x="717042" y="1032637"/>
                  </a:cubicBezTo>
                  <a:cubicBezTo>
                    <a:pt x="714756" y="1044321"/>
                    <a:pt x="711835" y="1055751"/>
                    <a:pt x="708406" y="1067054"/>
                  </a:cubicBezTo>
                  <a:cubicBezTo>
                    <a:pt x="704977" y="1078357"/>
                    <a:pt x="700913" y="1089533"/>
                    <a:pt x="696468" y="1100455"/>
                  </a:cubicBezTo>
                  <a:cubicBezTo>
                    <a:pt x="692023" y="1111377"/>
                    <a:pt x="686816" y="1122172"/>
                    <a:pt x="681228" y="1132586"/>
                  </a:cubicBezTo>
                  <a:cubicBezTo>
                    <a:pt x="675640" y="1143000"/>
                    <a:pt x="669544" y="1153160"/>
                    <a:pt x="662940" y="1163066"/>
                  </a:cubicBezTo>
                  <a:cubicBezTo>
                    <a:pt x="656336" y="1172972"/>
                    <a:pt x="649351" y="1182370"/>
                    <a:pt x="641731" y="1191641"/>
                  </a:cubicBezTo>
                  <a:cubicBezTo>
                    <a:pt x="634111" y="1200912"/>
                    <a:pt x="626237" y="1209548"/>
                    <a:pt x="617855" y="1217930"/>
                  </a:cubicBezTo>
                  <a:cubicBezTo>
                    <a:pt x="609473" y="1226312"/>
                    <a:pt x="600710" y="1234313"/>
                    <a:pt x="591566" y="1241806"/>
                  </a:cubicBezTo>
                  <a:cubicBezTo>
                    <a:pt x="582422" y="1249299"/>
                    <a:pt x="572897" y="1256411"/>
                    <a:pt x="562991" y="1263015"/>
                  </a:cubicBezTo>
                  <a:cubicBezTo>
                    <a:pt x="553085" y="1269619"/>
                    <a:pt x="542925" y="1275715"/>
                    <a:pt x="532511" y="1281303"/>
                  </a:cubicBezTo>
                  <a:cubicBezTo>
                    <a:pt x="522097" y="1286891"/>
                    <a:pt x="511302" y="1291971"/>
                    <a:pt x="500380" y="1296543"/>
                  </a:cubicBezTo>
                  <a:cubicBezTo>
                    <a:pt x="489458" y="1301115"/>
                    <a:pt x="478282" y="1305052"/>
                    <a:pt x="466979" y="1308481"/>
                  </a:cubicBezTo>
                  <a:cubicBezTo>
                    <a:pt x="455676" y="1311910"/>
                    <a:pt x="444119" y="1314831"/>
                    <a:pt x="432562" y="1317117"/>
                  </a:cubicBezTo>
                  <a:cubicBezTo>
                    <a:pt x="421005" y="1319403"/>
                    <a:pt x="409194" y="1321181"/>
                    <a:pt x="397383" y="1322324"/>
                  </a:cubicBezTo>
                  <a:cubicBezTo>
                    <a:pt x="385572" y="1323467"/>
                    <a:pt x="373761" y="1324102"/>
                    <a:pt x="361950" y="1324102"/>
                  </a:cubicBezTo>
                  <a:cubicBezTo>
                    <a:pt x="350139" y="1324102"/>
                    <a:pt x="338328" y="1323467"/>
                    <a:pt x="326517" y="1322324"/>
                  </a:cubicBezTo>
                  <a:cubicBezTo>
                    <a:pt x="314706" y="1321181"/>
                    <a:pt x="303022" y="1319403"/>
                    <a:pt x="291338" y="1317117"/>
                  </a:cubicBezTo>
                  <a:cubicBezTo>
                    <a:pt x="279654" y="1314831"/>
                    <a:pt x="268224" y="1311910"/>
                    <a:pt x="256921" y="1308481"/>
                  </a:cubicBezTo>
                  <a:cubicBezTo>
                    <a:pt x="245618" y="1305052"/>
                    <a:pt x="234442" y="1300988"/>
                    <a:pt x="223520" y="1296543"/>
                  </a:cubicBezTo>
                  <a:cubicBezTo>
                    <a:pt x="212598" y="1292098"/>
                    <a:pt x="201803" y="1286891"/>
                    <a:pt x="191389" y="1281303"/>
                  </a:cubicBezTo>
                  <a:cubicBezTo>
                    <a:pt x="180975" y="1275715"/>
                    <a:pt x="170815" y="1269619"/>
                    <a:pt x="160909" y="1263015"/>
                  </a:cubicBezTo>
                  <a:cubicBezTo>
                    <a:pt x="151003" y="1256411"/>
                    <a:pt x="141605" y="1249426"/>
                    <a:pt x="132334" y="1241806"/>
                  </a:cubicBezTo>
                  <a:cubicBezTo>
                    <a:pt x="123063" y="1234186"/>
                    <a:pt x="114427" y="1226312"/>
                    <a:pt x="106045" y="1217930"/>
                  </a:cubicBezTo>
                  <a:cubicBezTo>
                    <a:pt x="97663" y="1209548"/>
                    <a:pt x="89662" y="1200785"/>
                    <a:pt x="82169" y="1191641"/>
                  </a:cubicBezTo>
                  <a:cubicBezTo>
                    <a:pt x="74676" y="1182497"/>
                    <a:pt x="67564" y="1172972"/>
                    <a:pt x="60960" y="1163066"/>
                  </a:cubicBezTo>
                  <a:cubicBezTo>
                    <a:pt x="54356" y="1153160"/>
                    <a:pt x="48260" y="1143000"/>
                    <a:pt x="42672" y="1132586"/>
                  </a:cubicBezTo>
                  <a:cubicBezTo>
                    <a:pt x="37084" y="1122172"/>
                    <a:pt x="32004" y="1111377"/>
                    <a:pt x="27432" y="1100455"/>
                  </a:cubicBezTo>
                  <a:cubicBezTo>
                    <a:pt x="22860" y="1089533"/>
                    <a:pt x="18923" y="1078357"/>
                    <a:pt x="15494" y="1067054"/>
                  </a:cubicBezTo>
                  <a:cubicBezTo>
                    <a:pt x="12065" y="1055751"/>
                    <a:pt x="9144" y="1044194"/>
                    <a:pt x="6858" y="1032637"/>
                  </a:cubicBezTo>
                  <a:cubicBezTo>
                    <a:pt x="4572" y="1021080"/>
                    <a:pt x="2794" y="1009269"/>
                    <a:pt x="1651" y="997458"/>
                  </a:cubicBezTo>
                  <a:cubicBezTo>
                    <a:pt x="508" y="985647"/>
                    <a:pt x="0" y="973836"/>
                    <a:pt x="0" y="962025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12676" y="777093"/>
              <a:ext cx="232199" cy="32403"/>
            </a:xfrm>
            <a:custGeom>
              <a:avLst/>
              <a:gdLst/>
              <a:ahLst/>
              <a:cxnLst/>
              <a:rect l="l" t="t" r="r" b="b"/>
              <a:pathLst>
                <a:path w="232199" h="32403">
                  <a:moveTo>
                    <a:pt x="224153" y="31770"/>
                  </a:moveTo>
                  <a:cubicBezTo>
                    <a:pt x="209040" y="26690"/>
                    <a:pt x="196721" y="23007"/>
                    <a:pt x="180338" y="18689"/>
                  </a:cubicBezTo>
                  <a:lnTo>
                    <a:pt x="181862" y="12847"/>
                  </a:lnTo>
                  <a:lnTo>
                    <a:pt x="180719" y="18816"/>
                  </a:lnTo>
                  <a:cubicBezTo>
                    <a:pt x="169416" y="16657"/>
                    <a:pt x="156208" y="14498"/>
                    <a:pt x="143000" y="13101"/>
                  </a:cubicBezTo>
                  <a:lnTo>
                    <a:pt x="143635" y="7132"/>
                  </a:lnTo>
                  <a:lnTo>
                    <a:pt x="143254" y="13228"/>
                  </a:lnTo>
                  <a:cubicBezTo>
                    <a:pt x="131189" y="12466"/>
                    <a:pt x="114933" y="11958"/>
                    <a:pt x="101090" y="12339"/>
                  </a:cubicBezTo>
                  <a:lnTo>
                    <a:pt x="100963" y="6243"/>
                  </a:lnTo>
                  <a:lnTo>
                    <a:pt x="101471" y="12212"/>
                  </a:lnTo>
                  <a:cubicBezTo>
                    <a:pt x="88136" y="13355"/>
                    <a:pt x="74928" y="14752"/>
                    <a:pt x="61720" y="16911"/>
                  </a:cubicBezTo>
                  <a:lnTo>
                    <a:pt x="60704" y="10942"/>
                  </a:lnTo>
                  <a:lnTo>
                    <a:pt x="61847" y="16911"/>
                  </a:lnTo>
                  <a:cubicBezTo>
                    <a:pt x="51941" y="18816"/>
                    <a:pt x="28192" y="24912"/>
                    <a:pt x="12698" y="29484"/>
                  </a:cubicBezTo>
                  <a:lnTo>
                    <a:pt x="10920" y="23642"/>
                  </a:lnTo>
                  <a:lnTo>
                    <a:pt x="13841" y="28976"/>
                  </a:lnTo>
                  <a:lnTo>
                    <a:pt x="9015" y="31643"/>
                  </a:lnTo>
                  <a:cubicBezTo>
                    <a:pt x="6094" y="33294"/>
                    <a:pt x="2411" y="32151"/>
                    <a:pt x="760" y="29230"/>
                  </a:cubicBezTo>
                  <a:cubicBezTo>
                    <a:pt x="-891" y="26309"/>
                    <a:pt x="252" y="22626"/>
                    <a:pt x="3173" y="20975"/>
                  </a:cubicBezTo>
                  <a:lnTo>
                    <a:pt x="7999" y="18308"/>
                  </a:lnTo>
                  <a:cubicBezTo>
                    <a:pt x="8380" y="18054"/>
                    <a:pt x="8761" y="17927"/>
                    <a:pt x="9142" y="17800"/>
                  </a:cubicBezTo>
                  <a:cubicBezTo>
                    <a:pt x="24890" y="13101"/>
                    <a:pt x="49020" y="7005"/>
                    <a:pt x="59434" y="4973"/>
                  </a:cubicBezTo>
                  <a:cubicBezTo>
                    <a:pt x="59434" y="4973"/>
                    <a:pt x="59561" y="4973"/>
                    <a:pt x="59561" y="4973"/>
                  </a:cubicBezTo>
                  <a:cubicBezTo>
                    <a:pt x="73277" y="2687"/>
                    <a:pt x="86739" y="1290"/>
                    <a:pt x="100328" y="147"/>
                  </a:cubicBezTo>
                  <a:cubicBezTo>
                    <a:pt x="100455" y="147"/>
                    <a:pt x="100582" y="147"/>
                    <a:pt x="100709" y="147"/>
                  </a:cubicBezTo>
                  <a:cubicBezTo>
                    <a:pt x="114933" y="-234"/>
                    <a:pt x="131570" y="147"/>
                    <a:pt x="144016" y="1036"/>
                  </a:cubicBezTo>
                  <a:cubicBezTo>
                    <a:pt x="144143" y="1036"/>
                    <a:pt x="144143" y="1036"/>
                    <a:pt x="144270" y="1036"/>
                  </a:cubicBezTo>
                  <a:cubicBezTo>
                    <a:pt x="157859" y="2560"/>
                    <a:pt x="171448" y="4719"/>
                    <a:pt x="183005" y="6878"/>
                  </a:cubicBezTo>
                  <a:cubicBezTo>
                    <a:pt x="183132" y="6878"/>
                    <a:pt x="183259" y="6878"/>
                    <a:pt x="183386" y="7005"/>
                  </a:cubicBezTo>
                  <a:cubicBezTo>
                    <a:pt x="200023" y="11323"/>
                    <a:pt x="212723" y="15133"/>
                    <a:pt x="228090" y="20340"/>
                  </a:cubicBezTo>
                  <a:cubicBezTo>
                    <a:pt x="231265" y="21356"/>
                    <a:pt x="232916" y="24785"/>
                    <a:pt x="231900" y="27960"/>
                  </a:cubicBezTo>
                  <a:cubicBezTo>
                    <a:pt x="230884" y="31135"/>
                    <a:pt x="227455" y="32786"/>
                    <a:pt x="224280" y="3177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399890" y="852130"/>
              <a:ext cx="58027" cy="14530"/>
            </a:xfrm>
            <a:custGeom>
              <a:avLst/>
              <a:gdLst/>
              <a:ahLst/>
              <a:cxnLst/>
              <a:rect l="l" t="t" r="r" b="b"/>
              <a:pathLst>
                <a:path w="58027" h="14530">
                  <a:moveTo>
                    <a:pt x="53246" y="11724"/>
                  </a:moveTo>
                  <a:cubicBezTo>
                    <a:pt x="48674" y="12867"/>
                    <a:pt x="42832" y="13883"/>
                    <a:pt x="37752" y="14391"/>
                  </a:cubicBezTo>
                  <a:cubicBezTo>
                    <a:pt x="37625" y="14391"/>
                    <a:pt x="37498" y="14391"/>
                    <a:pt x="37371" y="14391"/>
                  </a:cubicBezTo>
                  <a:cubicBezTo>
                    <a:pt x="31275" y="14645"/>
                    <a:pt x="22893" y="14518"/>
                    <a:pt x="17813" y="14264"/>
                  </a:cubicBezTo>
                  <a:cubicBezTo>
                    <a:pt x="17686" y="14264"/>
                    <a:pt x="17432" y="14264"/>
                    <a:pt x="17305" y="14264"/>
                  </a:cubicBezTo>
                  <a:cubicBezTo>
                    <a:pt x="12987" y="13629"/>
                    <a:pt x="8923" y="12867"/>
                    <a:pt x="4732" y="11978"/>
                  </a:cubicBezTo>
                  <a:cubicBezTo>
                    <a:pt x="1430" y="11216"/>
                    <a:pt x="-602" y="7914"/>
                    <a:pt x="160" y="4739"/>
                  </a:cubicBezTo>
                  <a:cubicBezTo>
                    <a:pt x="922" y="1564"/>
                    <a:pt x="4224" y="-595"/>
                    <a:pt x="7399" y="167"/>
                  </a:cubicBezTo>
                  <a:cubicBezTo>
                    <a:pt x="11082" y="1056"/>
                    <a:pt x="14892" y="1691"/>
                    <a:pt x="18829" y="2326"/>
                  </a:cubicBezTo>
                  <a:lnTo>
                    <a:pt x="18067" y="8295"/>
                  </a:lnTo>
                  <a:lnTo>
                    <a:pt x="18448" y="2199"/>
                  </a:lnTo>
                  <a:cubicBezTo>
                    <a:pt x="23147" y="2453"/>
                    <a:pt x="31148" y="2453"/>
                    <a:pt x="36990" y="2326"/>
                  </a:cubicBezTo>
                  <a:lnTo>
                    <a:pt x="37244" y="8422"/>
                  </a:lnTo>
                  <a:lnTo>
                    <a:pt x="36736" y="2453"/>
                  </a:lnTo>
                  <a:cubicBezTo>
                    <a:pt x="41308" y="2072"/>
                    <a:pt x="46515" y="1183"/>
                    <a:pt x="50452" y="167"/>
                  </a:cubicBezTo>
                  <a:cubicBezTo>
                    <a:pt x="53754" y="-595"/>
                    <a:pt x="56929" y="1310"/>
                    <a:pt x="57818" y="4612"/>
                  </a:cubicBezTo>
                  <a:cubicBezTo>
                    <a:pt x="58707" y="7914"/>
                    <a:pt x="56675" y="11089"/>
                    <a:pt x="53373" y="11978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494759" y="721102"/>
              <a:ext cx="21501" cy="76245"/>
            </a:xfrm>
            <a:custGeom>
              <a:avLst/>
              <a:gdLst/>
              <a:ahLst/>
              <a:cxnLst/>
              <a:rect l="l" t="t" r="r" b="b"/>
              <a:pathLst>
                <a:path w="21501" h="76245">
                  <a:moveTo>
                    <a:pt x="21369" y="6354"/>
                  </a:moveTo>
                  <a:cubicBezTo>
                    <a:pt x="20734" y="21594"/>
                    <a:pt x="18702" y="38993"/>
                    <a:pt x="16162" y="53852"/>
                  </a:cubicBezTo>
                  <a:cubicBezTo>
                    <a:pt x="16162" y="53979"/>
                    <a:pt x="16162" y="54106"/>
                    <a:pt x="16035" y="54233"/>
                  </a:cubicBezTo>
                  <a:lnTo>
                    <a:pt x="11844" y="71632"/>
                  </a:lnTo>
                  <a:cubicBezTo>
                    <a:pt x="11082" y="74934"/>
                    <a:pt x="7780" y="76839"/>
                    <a:pt x="4605" y="76077"/>
                  </a:cubicBezTo>
                  <a:cubicBezTo>
                    <a:pt x="1430" y="75315"/>
                    <a:pt x="-602" y="72013"/>
                    <a:pt x="160" y="68838"/>
                  </a:cubicBezTo>
                  <a:lnTo>
                    <a:pt x="4351" y="51439"/>
                  </a:lnTo>
                  <a:lnTo>
                    <a:pt x="10193" y="52836"/>
                  </a:lnTo>
                  <a:lnTo>
                    <a:pt x="4224" y="51820"/>
                  </a:lnTo>
                  <a:cubicBezTo>
                    <a:pt x="6764" y="37342"/>
                    <a:pt x="8669" y="20578"/>
                    <a:pt x="9304" y="5846"/>
                  </a:cubicBezTo>
                  <a:cubicBezTo>
                    <a:pt x="9431" y="2544"/>
                    <a:pt x="12225" y="-123"/>
                    <a:pt x="15654" y="4"/>
                  </a:cubicBezTo>
                  <a:cubicBezTo>
                    <a:pt x="19083" y="131"/>
                    <a:pt x="21623" y="2925"/>
                    <a:pt x="21496" y="635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41122" y="711831"/>
              <a:ext cx="21936" cy="85821"/>
            </a:xfrm>
            <a:custGeom>
              <a:avLst/>
              <a:gdLst/>
              <a:ahLst/>
              <a:cxnLst/>
              <a:rect l="l" t="t" r="r" b="b"/>
              <a:pathLst>
                <a:path w="21936" h="85821">
                  <a:moveTo>
                    <a:pt x="9906" y="81284"/>
                  </a:moveTo>
                  <a:cubicBezTo>
                    <a:pt x="6985" y="70743"/>
                    <a:pt x="5334" y="63377"/>
                    <a:pt x="3683" y="54614"/>
                  </a:cubicBezTo>
                  <a:cubicBezTo>
                    <a:pt x="3683" y="54487"/>
                    <a:pt x="3683" y="54487"/>
                    <a:pt x="3683" y="54360"/>
                  </a:cubicBezTo>
                  <a:cubicBezTo>
                    <a:pt x="2286" y="44962"/>
                    <a:pt x="508" y="26420"/>
                    <a:pt x="0" y="11942"/>
                  </a:cubicBezTo>
                  <a:cubicBezTo>
                    <a:pt x="0" y="11815"/>
                    <a:pt x="0" y="11688"/>
                    <a:pt x="0" y="11561"/>
                  </a:cubicBezTo>
                  <a:lnTo>
                    <a:pt x="127" y="5846"/>
                  </a:lnTo>
                  <a:cubicBezTo>
                    <a:pt x="254" y="2544"/>
                    <a:pt x="3048" y="-123"/>
                    <a:pt x="6350" y="4"/>
                  </a:cubicBezTo>
                  <a:cubicBezTo>
                    <a:pt x="9652" y="131"/>
                    <a:pt x="12319" y="2925"/>
                    <a:pt x="12192" y="6227"/>
                  </a:cubicBezTo>
                  <a:lnTo>
                    <a:pt x="12065" y="11942"/>
                  </a:lnTo>
                  <a:lnTo>
                    <a:pt x="5969" y="11688"/>
                  </a:lnTo>
                  <a:lnTo>
                    <a:pt x="12065" y="11434"/>
                  </a:lnTo>
                  <a:cubicBezTo>
                    <a:pt x="12573" y="25531"/>
                    <a:pt x="14351" y="43565"/>
                    <a:pt x="15621" y="52582"/>
                  </a:cubicBezTo>
                  <a:lnTo>
                    <a:pt x="9652" y="53471"/>
                  </a:lnTo>
                  <a:lnTo>
                    <a:pt x="15621" y="52328"/>
                  </a:lnTo>
                  <a:cubicBezTo>
                    <a:pt x="17272" y="60837"/>
                    <a:pt x="18796" y="67822"/>
                    <a:pt x="21717" y="78109"/>
                  </a:cubicBezTo>
                  <a:cubicBezTo>
                    <a:pt x="22606" y="81284"/>
                    <a:pt x="20701" y="84713"/>
                    <a:pt x="17526" y="85602"/>
                  </a:cubicBezTo>
                  <a:cubicBezTo>
                    <a:pt x="14351" y="86491"/>
                    <a:pt x="10922" y="84586"/>
                    <a:pt x="10033" y="81411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496276" y="656127"/>
              <a:ext cx="19984" cy="73492"/>
            </a:xfrm>
            <a:custGeom>
              <a:avLst/>
              <a:gdLst/>
              <a:ahLst/>
              <a:cxnLst/>
              <a:rect l="l" t="t" r="r" b="b"/>
              <a:pathLst>
                <a:path w="19984" h="73492">
                  <a:moveTo>
                    <a:pt x="7660" y="67900"/>
                  </a:moveTo>
                  <a:cubicBezTo>
                    <a:pt x="6898" y="47453"/>
                    <a:pt x="5501" y="34245"/>
                    <a:pt x="3088" y="19894"/>
                  </a:cubicBezTo>
                  <a:lnTo>
                    <a:pt x="9057" y="18878"/>
                  </a:lnTo>
                  <a:lnTo>
                    <a:pt x="3215" y="20275"/>
                  </a:lnTo>
                  <a:lnTo>
                    <a:pt x="167" y="7575"/>
                  </a:lnTo>
                  <a:cubicBezTo>
                    <a:pt x="-595" y="4273"/>
                    <a:pt x="1310" y="1098"/>
                    <a:pt x="4612" y="209"/>
                  </a:cubicBezTo>
                  <a:cubicBezTo>
                    <a:pt x="7914" y="-680"/>
                    <a:pt x="11089" y="1352"/>
                    <a:pt x="11978" y="4654"/>
                  </a:cubicBezTo>
                  <a:lnTo>
                    <a:pt x="15026" y="17354"/>
                  </a:lnTo>
                  <a:cubicBezTo>
                    <a:pt x="15026" y="17481"/>
                    <a:pt x="15026" y="17608"/>
                    <a:pt x="15153" y="17735"/>
                  </a:cubicBezTo>
                  <a:cubicBezTo>
                    <a:pt x="17693" y="32721"/>
                    <a:pt x="19217" y="46437"/>
                    <a:pt x="19979" y="67265"/>
                  </a:cubicBezTo>
                  <a:cubicBezTo>
                    <a:pt x="20106" y="70567"/>
                    <a:pt x="17439" y="73361"/>
                    <a:pt x="14137" y="73488"/>
                  </a:cubicBezTo>
                  <a:cubicBezTo>
                    <a:pt x="10835" y="73615"/>
                    <a:pt x="8041" y="70948"/>
                    <a:pt x="7914" y="6764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50658" y="639471"/>
              <a:ext cx="194527" cy="31089"/>
            </a:xfrm>
            <a:custGeom>
              <a:avLst/>
              <a:gdLst/>
              <a:ahLst/>
              <a:cxnLst/>
              <a:rect l="l" t="t" r="r" b="b"/>
              <a:pathLst>
                <a:path w="194527" h="31089">
                  <a:moveTo>
                    <a:pt x="190362" y="11912"/>
                  </a:moveTo>
                  <a:cubicBezTo>
                    <a:pt x="161914" y="20294"/>
                    <a:pt x="151627" y="22961"/>
                    <a:pt x="145150" y="24231"/>
                  </a:cubicBezTo>
                  <a:cubicBezTo>
                    <a:pt x="145150" y="24231"/>
                    <a:pt x="145023" y="24231"/>
                    <a:pt x="145023" y="24231"/>
                  </a:cubicBezTo>
                  <a:cubicBezTo>
                    <a:pt x="131942" y="26644"/>
                    <a:pt x="120258" y="28295"/>
                    <a:pt x="107304" y="29692"/>
                  </a:cubicBezTo>
                  <a:cubicBezTo>
                    <a:pt x="107177" y="29692"/>
                    <a:pt x="107177" y="29692"/>
                    <a:pt x="107050" y="29692"/>
                  </a:cubicBezTo>
                  <a:cubicBezTo>
                    <a:pt x="94731" y="30581"/>
                    <a:pt x="83428" y="31089"/>
                    <a:pt x="73141" y="31089"/>
                  </a:cubicBezTo>
                  <a:cubicBezTo>
                    <a:pt x="73014" y="31089"/>
                    <a:pt x="73014" y="31089"/>
                    <a:pt x="72887" y="31089"/>
                  </a:cubicBezTo>
                  <a:cubicBezTo>
                    <a:pt x="60949" y="30581"/>
                    <a:pt x="49900" y="29819"/>
                    <a:pt x="38216" y="28549"/>
                  </a:cubicBezTo>
                  <a:cubicBezTo>
                    <a:pt x="38089" y="28549"/>
                    <a:pt x="38089" y="28549"/>
                    <a:pt x="37962" y="28549"/>
                  </a:cubicBezTo>
                  <a:cubicBezTo>
                    <a:pt x="26786" y="26898"/>
                    <a:pt x="16245" y="24993"/>
                    <a:pt x="4815" y="22580"/>
                  </a:cubicBezTo>
                  <a:cubicBezTo>
                    <a:pt x="1513" y="21818"/>
                    <a:pt x="-519" y="18643"/>
                    <a:pt x="116" y="15341"/>
                  </a:cubicBezTo>
                  <a:cubicBezTo>
                    <a:pt x="751" y="12039"/>
                    <a:pt x="4053" y="10007"/>
                    <a:pt x="7355" y="10642"/>
                  </a:cubicBezTo>
                  <a:cubicBezTo>
                    <a:pt x="18531" y="13055"/>
                    <a:pt x="28818" y="14960"/>
                    <a:pt x="39740" y="16484"/>
                  </a:cubicBezTo>
                  <a:lnTo>
                    <a:pt x="38851" y="22453"/>
                  </a:lnTo>
                  <a:lnTo>
                    <a:pt x="39486" y="16484"/>
                  </a:lnTo>
                  <a:cubicBezTo>
                    <a:pt x="50916" y="17754"/>
                    <a:pt x="61711" y="18516"/>
                    <a:pt x="73395" y="18897"/>
                  </a:cubicBezTo>
                  <a:lnTo>
                    <a:pt x="73141" y="24993"/>
                  </a:lnTo>
                  <a:lnTo>
                    <a:pt x="73141" y="18897"/>
                  </a:lnTo>
                  <a:cubicBezTo>
                    <a:pt x="83047" y="18897"/>
                    <a:pt x="93969" y="18516"/>
                    <a:pt x="106034" y="17500"/>
                  </a:cubicBezTo>
                  <a:lnTo>
                    <a:pt x="106542" y="23596"/>
                  </a:lnTo>
                  <a:lnTo>
                    <a:pt x="105907" y="17627"/>
                  </a:lnTo>
                  <a:cubicBezTo>
                    <a:pt x="118607" y="16230"/>
                    <a:pt x="130037" y="14579"/>
                    <a:pt x="142864" y="12293"/>
                  </a:cubicBezTo>
                  <a:lnTo>
                    <a:pt x="143880" y="18262"/>
                  </a:lnTo>
                  <a:lnTo>
                    <a:pt x="142610" y="12293"/>
                  </a:lnTo>
                  <a:cubicBezTo>
                    <a:pt x="148579" y="11150"/>
                    <a:pt x="158358" y="8610"/>
                    <a:pt x="186806" y="228"/>
                  </a:cubicBezTo>
                  <a:cubicBezTo>
                    <a:pt x="189981" y="-661"/>
                    <a:pt x="193410" y="1117"/>
                    <a:pt x="194299" y="4292"/>
                  </a:cubicBezTo>
                  <a:cubicBezTo>
                    <a:pt x="195188" y="7467"/>
                    <a:pt x="193410" y="10896"/>
                    <a:pt x="190235" y="11785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341117" y="651673"/>
              <a:ext cx="21051" cy="72232"/>
            </a:xfrm>
            <a:custGeom>
              <a:avLst/>
              <a:gdLst/>
              <a:ahLst/>
              <a:cxnLst/>
              <a:rect l="l" t="t" r="r" b="b"/>
              <a:pathLst>
                <a:path w="21051" h="72232">
                  <a:moveTo>
                    <a:pt x="5" y="65750"/>
                  </a:moveTo>
                  <a:cubicBezTo>
                    <a:pt x="894" y="47970"/>
                    <a:pt x="2545" y="34381"/>
                    <a:pt x="5339" y="19522"/>
                  </a:cubicBezTo>
                  <a:cubicBezTo>
                    <a:pt x="5339" y="19395"/>
                    <a:pt x="5339" y="19268"/>
                    <a:pt x="5466" y="19141"/>
                  </a:cubicBezTo>
                  <a:lnTo>
                    <a:pt x="9149" y="4536"/>
                  </a:lnTo>
                  <a:cubicBezTo>
                    <a:pt x="9911" y="1234"/>
                    <a:pt x="13213" y="-671"/>
                    <a:pt x="16515" y="218"/>
                  </a:cubicBezTo>
                  <a:cubicBezTo>
                    <a:pt x="19817" y="1107"/>
                    <a:pt x="21722" y="4282"/>
                    <a:pt x="20833" y="7584"/>
                  </a:cubicBezTo>
                  <a:lnTo>
                    <a:pt x="17150" y="22189"/>
                  </a:lnTo>
                  <a:lnTo>
                    <a:pt x="11308" y="20665"/>
                  </a:lnTo>
                  <a:lnTo>
                    <a:pt x="17277" y="21808"/>
                  </a:lnTo>
                  <a:cubicBezTo>
                    <a:pt x="14610" y="36159"/>
                    <a:pt x="13086" y="49240"/>
                    <a:pt x="12070" y="66512"/>
                  </a:cubicBezTo>
                  <a:cubicBezTo>
                    <a:pt x="11943" y="69814"/>
                    <a:pt x="9022" y="72354"/>
                    <a:pt x="5720" y="72227"/>
                  </a:cubicBezTo>
                  <a:cubicBezTo>
                    <a:pt x="2418" y="72100"/>
                    <a:pt x="-122" y="69179"/>
                    <a:pt x="5" y="6587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386266" y="581389"/>
              <a:ext cx="76678" cy="19262"/>
            </a:xfrm>
            <a:custGeom>
              <a:avLst/>
              <a:gdLst/>
              <a:ahLst/>
              <a:cxnLst/>
              <a:rect l="l" t="t" r="r" b="b"/>
              <a:pathLst>
                <a:path w="76678" h="19262">
                  <a:moveTo>
                    <a:pt x="67632" y="15511"/>
                  </a:moveTo>
                  <a:cubicBezTo>
                    <a:pt x="67886" y="15638"/>
                    <a:pt x="68267" y="15765"/>
                    <a:pt x="68267" y="15765"/>
                  </a:cubicBezTo>
                  <a:cubicBezTo>
                    <a:pt x="67124" y="15384"/>
                    <a:pt x="60647" y="13606"/>
                    <a:pt x="55186" y="12590"/>
                  </a:cubicBezTo>
                  <a:lnTo>
                    <a:pt x="56329" y="6621"/>
                  </a:lnTo>
                  <a:lnTo>
                    <a:pt x="55821" y="12590"/>
                  </a:lnTo>
                  <a:cubicBezTo>
                    <a:pt x="48836" y="11955"/>
                    <a:pt x="37914" y="11828"/>
                    <a:pt x="28770" y="12590"/>
                  </a:cubicBezTo>
                  <a:lnTo>
                    <a:pt x="28262" y="6621"/>
                  </a:lnTo>
                  <a:lnTo>
                    <a:pt x="29278" y="12590"/>
                  </a:lnTo>
                  <a:cubicBezTo>
                    <a:pt x="23182" y="13606"/>
                    <a:pt x="16832" y="15384"/>
                    <a:pt x="8323" y="18813"/>
                  </a:cubicBezTo>
                  <a:cubicBezTo>
                    <a:pt x="5275" y="20083"/>
                    <a:pt x="1719" y="18559"/>
                    <a:pt x="449" y="15511"/>
                  </a:cubicBezTo>
                  <a:cubicBezTo>
                    <a:pt x="-821" y="12463"/>
                    <a:pt x="703" y="8907"/>
                    <a:pt x="3751" y="7637"/>
                  </a:cubicBezTo>
                  <a:cubicBezTo>
                    <a:pt x="12895" y="3954"/>
                    <a:pt x="20134" y="1922"/>
                    <a:pt x="27246" y="652"/>
                  </a:cubicBezTo>
                  <a:cubicBezTo>
                    <a:pt x="27373" y="652"/>
                    <a:pt x="27627" y="652"/>
                    <a:pt x="27754" y="525"/>
                  </a:cubicBezTo>
                  <a:cubicBezTo>
                    <a:pt x="37533" y="-237"/>
                    <a:pt x="49217" y="-110"/>
                    <a:pt x="56837" y="525"/>
                  </a:cubicBezTo>
                  <a:cubicBezTo>
                    <a:pt x="56964" y="525"/>
                    <a:pt x="57218" y="525"/>
                    <a:pt x="57345" y="652"/>
                  </a:cubicBezTo>
                  <a:cubicBezTo>
                    <a:pt x="63060" y="1668"/>
                    <a:pt x="70426" y="3573"/>
                    <a:pt x="72458" y="4335"/>
                  </a:cubicBezTo>
                  <a:cubicBezTo>
                    <a:pt x="72585" y="4335"/>
                    <a:pt x="73093" y="4589"/>
                    <a:pt x="73601" y="4843"/>
                  </a:cubicBezTo>
                  <a:cubicBezTo>
                    <a:pt x="76522" y="6494"/>
                    <a:pt x="77538" y="10177"/>
                    <a:pt x="75887" y="13098"/>
                  </a:cubicBezTo>
                  <a:cubicBezTo>
                    <a:pt x="74236" y="16019"/>
                    <a:pt x="70553" y="17035"/>
                    <a:pt x="67632" y="1538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465726" y="774642"/>
              <a:ext cx="91735" cy="84623"/>
            </a:xfrm>
            <a:custGeom>
              <a:avLst/>
              <a:gdLst/>
              <a:ahLst/>
              <a:cxnLst/>
              <a:rect l="l" t="t" r="r" b="b"/>
              <a:pathLst>
                <a:path w="91735" h="84623">
                  <a:moveTo>
                    <a:pt x="91042" y="9075"/>
                  </a:moveTo>
                  <a:cubicBezTo>
                    <a:pt x="87867" y="15806"/>
                    <a:pt x="84438" y="22156"/>
                    <a:pt x="81136" y="27490"/>
                  </a:cubicBezTo>
                  <a:cubicBezTo>
                    <a:pt x="81009" y="27617"/>
                    <a:pt x="81009" y="27744"/>
                    <a:pt x="80882" y="27871"/>
                  </a:cubicBezTo>
                  <a:cubicBezTo>
                    <a:pt x="79104" y="30411"/>
                    <a:pt x="77961" y="31935"/>
                    <a:pt x="77072" y="33205"/>
                  </a:cubicBezTo>
                  <a:cubicBezTo>
                    <a:pt x="76437" y="34094"/>
                    <a:pt x="75929" y="34856"/>
                    <a:pt x="75421" y="35618"/>
                  </a:cubicBezTo>
                  <a:cubicBezTo>
                    <a:pt x="74913" y="36380"/>
                    <a:pt x="74024" y="37396"/>
                    <a:pt x="73135" y="38666"/>
                  </a:cubicBezTo>
                  <a:cubicBezTo>
                    <a:pt x="73008" y="38793"/>
                    <a:pt x="73008" y="38793"/>
                    <a:pt x="72881" y="38920"/>
                  </a:cubicBezTo>
                  <a:cubicBezTo>
                    <a:pt x="67166" y="45524"/>
                    <a:pt x="63483" y="49461"/>
                    <a:pt x="57895" y="54668"/>
                  </a:cubicBezTo>
                  <a:cubicBezTo>
                    <a:pt x="57768" y="54668"/>
                    <a:pt x="57768" y="54795"/>
                    <a:pt x="57641" y="54795"/>
                  </a:cubicBezTo>
                  <a:cubicBezTo>
                    <a:pt x="51926" y="59748"/>
                    <a:pt x="45703" y="64447"/>
                    <a:pt x="40242" y="68384"/>
                  </a:cubicBezTo>
                  <a:cubicBezTo>
                    <a:pt x="40115" y="68384"/>
                    <a:pt x="40115" y="68511"/>
                    <a:pt x="39988" y="68511"/>
                  </a:cubicBezTo>
                  <a:cubicBezTo>
                    <a:pt x="34019" y="72321"/>
                    <a:pt x="27796" y="75750"/>
                    <a:pt x="21192" y="79052"/>
                  </a:cubicBezTo>
                  <a:cubicBezTo>
                    <a:pt x="21065" y="79052"/>
                    <a:pt x="20938" y="79179"/>
                    <a:pt x="20938" y="79179"/>
                  </a:cubicBezTo>
                  <a:cubicBezTo>
                    <a:pt x="16620" y="81084"/>
                    <a:pt x="12302" y="82735"/>
                    <a:pt x="8111" y="84259"/>
                  </a:cubicBezTo>
                  <a:cubicBezTo>
                    <a:pt x="4936" y="85402"/>
                    <a:pt x="1507" y="83751"/>
                    <a:pt x="364" y="80703"/>
                  </a:cubicBezTo>
                  <a:cubicBezTo>
                    <a:pt x="-779" y="77655"/>
                    <a:pt x="872" y="74099"/>
                    <a:pt x="3920" y="72956"/>
                  </a:cubicBezTo>
                  <a:cubicBezTo>
                    <a:pt x="7984" y="71432"/>
                    <a:pt x="12048" y="69781"/>
                    <a:pt x="16112" y="68003"/>
                  </a:cubicBezTo>
                  <a:lnTo>
                    <a:pt x="18525" y="73591"/>
                  </a:lnTo>
                  <a:lnTo>
                    <a:pt x="15858" y="68130"/>
                  </a:lnTo>
                  <a:cubicBezTo>
                    <a:pt x="22081" y="64955"/>
                    <a:pt x="28050" y="61653"/>
                    <a:pt x="33638" y="58224"/>
                  </a:cubicBezTo>
                  <a:lnTo>
                    <a:pt x="36813" y="63304"/>
                  </a:lnTo>
                  <a:lnTo>
                    <a:pt x="33384" y="58351"/>
                  </a:lnTo>
                  <a:cubicBezTo>
                    <a:pt x="38591" y="54668"/>
                    <a:pt x="44433" y="50223"/>
                    <a:pt x="49894" y="45524"/>
                  </a:cubicBezTo>
                  <a:lnTo>
                    <a:pt x="53831" y="50096"/>
                  </a:lnTo>
                  <a:lnTo>
                    <a:pt x="49640" y="45651"/>
                  </a:lnTo>
                  <a:cubicBezTo>
                    <a:pt x="54847" y="40698"/>
                    <a:pt x="58276" y="37142"/>
                    <a:pt x="63737" y="30792"/>
                  </a:cubicBezTo>
                  <a:lnTo>
                    <a:pt x="68309" y="34729"/>
                  </a:lnTo>
                  <a:lnTo>
                    <a:pt x="63483" y="31046"/>
                  </a:lnTo>
                  <a:cubicBezTo>
                    <a:pt x="64372" y="29903"/>
                    <a:pt x="65007" y="29014"/>
                    <a:pt x="65642" y="28252"/>
                  </a:cubicBezTo>
                  <a:cubicBezTo>
                    <a:pt x="66277" y="27490"/>
                    <a:pt x="66658" y="26855"/>
                    <a:pt x="67293" y="25966"/>
                  </a:cubicBezTo>
                  <a:cubicBezTo>
                    <a:pt x="68182" y="24696"/>
                    <a:pt x="69325" y="23045"/>
                    <a:pt x="71103" y="20505"/>
                  </a:cubicBezTo>
                  <a:lnTo>
                    <a:pt x="76056" y="24061"/>
                  </a:lnTo>
                  <a:lnTo>
                    <a:pt x="70849" y="20886"/>
                  </a:lnTo>
                  <a:cubicBezTo>
                    <a:pt x="73897" y="15933"/>
                    <a:pt x="77072" y="9964"/>
                    <a:pt x="80120" y="3487"/>
                  </a:cubicBezTo>
                  <a:cubicBezTo>
                    <a:pt x="81517" y="439"/>
                    <a:pt x="85200" y="-831"/>
                    <a:pt x="88248" y="566"/>
                  </a:cubicBezTo>
                  <a:cubicBezTo>
                    <a:pt x="91296" y="1963"/>
                    <a:pt x="92566" y="5646"/>
                    <a:pt x="91169" y="869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87782" y="715264"/>
              <a:ext cx="34069" cy="88933"/>
            </a:xfrm>
            <a:custGeom>
              <a:avLst/>
              <a:gdLst/>
              <a:ahLst/>
              <a:cxnLst/>
              <a:rect l="l" t="t" r="r" b="b"/>
              <a:pathLst>
                <a:path w="34069" h="88933">
                  <a:moveTo>
                    <a:pt x="22606" y="85979"/>
                  </a:moveTo>
                  <a:cubicBezTo>
                    <a:pt x="16891" y="76200"/>
                    <a:pt x="12192" y="66675"/>
                    <a:pt x="8636" y="58039"/>
                  </a:cubicBezTo>
                  <a:cubicBezTo>
                    <a:pt x="8636" y="57912"/>
                    <a:pt x="8509" y="57785"/>
                    <a:pt x="8509" y="57658"/>
                  </a:cubicBezTo>
                  <a:cubicBezTo>
                    <a:pt x="5207" y="47752"/>
                    <a:pt x="2921" y="38100"/>
                    <a:pt x="1143" y="27686"/>
                  </a:cubicBezTo>
                  <a:cubicBezTo>
                    <a:pt x="1143" y="27559"/>
                    <a:pt x="1143" y="27432"/>
                    <a:pt x="1143" y="27178"/>
                  </a:cubicBezTo>
                  <a:cubicBezTo>
                    <a:pt x="508" y="19939"/>
                    <a:pt x="127" y="12827"/>
                    <a:pt x="0" y="6096"/>
                  </a:cubicBezTo>
                  <a:cubicBezTo>
                    <a:pt x="0" y="2794"/>
                    <a:pt x="2667" y="0"/>
                    <a:pt x="5969" y="0"/>
                  </a:cubicBezTo>
                  <a:cubicBezTo>
                    <a:pt x="9271" y="0"/>
                    <a:pt x="12065" y="2667"/>
                    <a:pt x="12065" y="5969"/>
                  </a:cubicBezTo>
                  <a:cubicBezTo>
                    <a:pt x="12192" y="12446"/>
                    <a:pt x="12573" y="19177"/>
                    <a:pt x="13208" y="26162"/>
                  </a:cubicBezTo>
                  <a:lnTo>
                    <a:pt x="7239" y="26670"/>
                  </a:lnTo>
                  <a:lnTo>
                    <a:pt x="13208" y="25654"/>
                  </a:lnTo>
                  <a:cubicBezTo>
                    <a:pt x="14859" y="35433"/>
                    <a:pt x="17018" y="44450"/>
                    <a:pt x="20193" y="53721"/>
                  </a:cubicBezTo>
                  <a:lnTo>
                    <a:pt x="14478" y="55626"/>
                  </a:lnTo>
                  <a:lnTo>
                    <a:pt x="20066" y="53340"/>
                  </a:lnTo>
                  <a:cubicBezTo>
                    <a:pt x="23495" y="61468"/>
                    <a:pt x="27940" y="70485"/>
                    <a:pt x="33274" y="79883"/>
                  </a:cubicBezTo>
                  <a:cubicBezTo>
                    <a:pt x="34925" y="82804"/>
                    <a:pt x="33909" y="86487"/>
                    <a:pt x="31115" y="88138"/>
                  </a:cubicBezTo>
                  <a:cubicBezTo>
                    <a:pt x="28321" y="89789"/>
                    <a:pt x="24511" y="88773"/>
                    <a:pt x="22860" y="8597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494264" y="784205"/>
              <a:ext cx="12487" cy="13376"/>
            </a:xfrm>
            <a:custGeom>
              <a:avLst/>
              <a:gdLst/>
              <a:ahLst/>
              <a:cxnLst/>
              <a:rect l="l" t="t" r="r" b="b"/>
              <a:pathLst>
                <a:path w="12487" h="13376">
                  <a:moveTo>
                    <a:pt x="274" y="5608"/>
                  </a:moveTo>
                  <a:lnTo>
                    <a:pt x="655" y="4338"/>
                  </a:lnTo>
                  <a:cubicBezTo>
                    <a:pt x="1544" y="1163"/>
                    <a:pt x="4973" y="-742"/>
                    <a:pt x="8148" y="274"/>
                  </a:cubicBezTo>
                  <a:cubicBezTo>
                    <a:pt x="11323" y="1290"/>
                    <a:pt x="13228" y="4592"/>
                    <a:pt x="12212" y="7767"/>
                  </a:cubicBezTo>
                  <a:lnTo>
                    <a:pt x="11831" y="9037"/>
                  </a:lnTo>
                  <a:cubicBezTo>
                    <a:pt x="10942" y="12212"/>
                    <a:pt x="7513" y="14117"/>
                    <a:pt x="4338" y="13101"/>
                  </a:cubicBezTo>
                  <a:cubicBezTo>
                    <a:pt x="1163" y="12085"/>
                    <a:pt x="-742" y="8783"/>
                    <a:pt x="274" y="5608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456174" y="784058"/>
              <a:ext cx="50596" cy="73964"/>
            </a:xfrm>
            <a:custGeom>
              <a:avLst/>
              <a:gdLst/>
              <a:ahLst/>
              <a:cxnLst/>
              <a:rect l="l" t="t" r="r" b="b"/>
              <a:pathLst>
                <a:path w="50596" h="73964">
                  <a:moveTo>
                    <a:pt x="50302" y="7533"/>
                  </a:moveTo>
                  <a:cubicBezTo>
                    <a:pt x="43825" y="33568"/>
                    <a:pt x="30363" y="55285"/>
                    <a:pt x="9916" y="72557"/>
                  </a:cubicBezTo>
                  <a:cubicBezTo>
                    <a:pt x="7376" y="74716"/>
                    <a:pt x="3566" y="74335"/>
                    <a:pt x="1407" y="71795"/>
                  </a:cubicBezTo>
                  <a:cubicBezTo>
                    <a:pt x="-752" y="69255"/>
                    <a:pt x="-371" y="65445"/>
                    <a:pt x="2169" y="63286"/>
                  </a:cubicBezTo>
                  <a:cubicBezTo>
                    <a:pt x="20711" y="47665"/>
                    <a:pt x="32776" y="28107"/>
                    <a:pt x="38618" y="4612"/>
                  </a:cubicBezTo>
                  <a:cubicBezTo>
                    <a:pt x="39380" y="1310"/>
                    <a:pt x="42682" y="-595"/>
                    <a:pt x="45984" y="167"/>
                  </a:cubicBezTo>
                  <a:cubicBezTo>
                    <a:pt x="49286" y="929"/>
                    <a:pt x="51191" y="4231"/>
                    <a:pt x="50429" y="7533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532173" y="637329"/>
              <a:ext cx="37606" cy="149748"/>
            </a:xfrm>
            <a:custGeom>
              <a:avLst/>
              <a:gdLst/>
              <a:ahLst/>
              <a:cxnLst/>
              <a:rect l="l" t="t" r="r" b="b"/>
              <a:pathLst>
                <a:path w="37606" h="149748">
                  <a:moveTo>
                    <a:pt x="10625" y="2497"/>
                  </a:moveTo>
                  <a:cubicBezTo>
                    <a:pt x="17991" y="12784"/>
                    <a:pt x="23960" y="23833"/>
                    <a:pt x="28405" y="35771"/>
                  </a:cubicBezTo>
                  <a:cubicBezTo>
                    <a:pt x="32850" y="47582"/>
                    <a:pt x="35644" y="59901"/>
                    <a:pt x="36914" y="72474"/>
                  </a:cubicBezTo>
                  <a:cubicBezTo>
                    <a:pt x="38184" y="85047"/>
                    <a:pt x="37676" y="97620"/>
                    <a:pt x="35644" y="110193"/>
                  </a:cubicBezTo>
                  <a:lnTo>
                    <a:pt x="29675" y="109177"/>
                  </a:lnTo>
                  <a:lnTo>
                    <a:pt x="35644" y="110193"/>
                  </a:lnTo>
                  <a:cubicBezTo>
                    <a:pt x="33485" y="122639"/>
                    <a:pt x="29802" y="134704"/>
                    <a:pt x="24595" y="146261"/>
                  </a:cubicBezTo>
                  <a:cubicBezTo>
                    <a:pt x="23198" y="149309"/>
                    <a:pt x="19642" y="150579"/>
                    <a:pt x="16594" y="149182"/>
                  </a:cubicBezTo>
                  <a:cubicBezTo>
                    <a:pt x="13546" y="147785"/>
                    <a:pt x="12276" y="144229"/>
                    <a:pt x="13673" y="141181"/>
                  </a:cubicBezTo>
                  <a:cubicBezTo>
                    <a:pt x="18499" y="130640"/>
                    <a:pt x="21928" y="119591"/>
                    <a:pt x="23833" y="108161"/>
                  </a:cubicBezTo>
                  <a:cubicBezTo>
                    <a:pt x="25738" y="96731"/>
                    <a:pt x="26119" y="85174"/>
                    <a:pt x="25103" y="73617"/>
                  </a:cubicBezTo>
                  <a:lnTo>
                    <a:pt x="31072" y="72982"/>
                  </a:lnTo>
                  <a:lnTo>
                    <a:pt x="25103" y="73617"/>
                  </a:lnTo>
                  <a:cubicBezTo>
                    <a:pt x="23960" y="62060"/>
                    <a:pt x="21420" y="50884"/>
                    <a:pt x="17356" y="39962"/>
                  </a:cubicBezTo>
                  <a:lnTo>
                    <a:pt x="23071" y="37803"/>
                  </a:lnTo>
                  <a:lnTo>
                    <a:pt x="17356" y="39962"/>
                  </a:lnTo>
                  <a:cubicBezTo>
                    <a:pt x="13292" y="29040"/>
                    <a:pt x="7831" y="18880"/>
                    <a:pt x="1100" y="9482"/>
                  </a:cubicBezTo>
                  <a:cubicBezTo>
                    <a:pt x="-805" y="6815"/>
                    <a:pt x="-170" y="3005"/>
                    <a:pt x="2497" y="1100"/>
                  </a:cubicBezTo>
                  <a:cubicBezTo>
                    <a:pt x="5164" y="-805"/>
                    <a:pt x="8974" y="-170"/>
                    <a:pt x="10879" y="249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51759" y="788432"/>
              <a:ext cx="47712" cy="68366"/>
            </a:xfrm>
            <a:custGeom>
              <a:avLst/>
              <a:gdLst/>
              <a:ahLst/>
              <a:cxnLst/>
              <a:rect l="l" t="t" r="r" b="b"/>
              <a:pathLst>
                <a:path w="47712" h="68366">
                  <a:moveTo>
                    <a:pt x="37623" y="66786"/>
                  </a:moveTo>
                  <a:cubicBezTo>
                    <a:pt x="19716" y="50530"/>
                    <a:pt x="7270" y="30845"/>
                    <a:pt x="285" y="7731"/>
                  </a:cubicBezTo>
                  <a:cubicBezTo>
                    <a:pt x="-731" y="4556"/>
                    <a:pt x="1047" y="1127"/>
                    <a:pt x="4349" y="238"/>
                  </a:cubicBezTo>
                  <a:cubicBezTo>
                    <a:pt x="7651" y="-651"/>
                    <a:pt x="10953" y="1000"/>
                    <a:pt x="11842" y="4302"/>
                  </a:cubicBezTo>
                  <a:cubicBezTo>
                    <a:pt x="18192" y="25257"/>
                    <a:pt x="29495" y="43164"/>
                    <a:pt x="45751" y="57896"/>
                  </a:cubicBezTo>
                  <a:cubicBezTo>
                    <a:pt x="48164" y="60182"/>
                    <a:pt x="48418" y="63992"/>
                    <a:pt x="46132" y="66405"/>
                  </a:cubicBezTo>
                  <a:cubicBezTo>
                    <a:pt x="43846" y="68818"/>
                    <a:pt x="40036" y="69072"/>
                    <a:pt x="37623" y="6678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09432" y="792159"/>
              <a:ext cx="80837" cy="66979"/>
            </a:xfrm>
            <a:custGeom>
              <a:avLst/>
              <a:gdLst/>
              <a:ahLst/>
              <a:cxnLst/>
              <a:rect l="l" t="t" r="r" b="b"/>
              <a:pathLst>
                <a:path w="80837" h="66979">
                  <a:moveTo>
                    <a:pt x="72711" y="66742"/>
                  </a:moveTo>
                  <a:cubicBezTo>
                    <a:pt x="42485" y="55566"/>
                    <a:pt x="18609" y="36389"/>
                    <a:pt x="956" y="9338"/>
                  </a:cubicBezTo>
                  <a:cubicBezTo>
                    <a:pt x="-822" y="6544"/>
                    <a:pt x="-60" y="2734"/>
                    <a:pt x="2734" y="956"/>
                  </a:cubicBezTo>
                  <a:cubicBezTo>
                    <a:pt x="5528" y="-822"/>
                    <a:pt x="9338" y="-60"/>
                    <a:pt x="11116" y="2734"/>
                  </a:cubicBezTo>
                  <a:cubicBezTo>
                    <a:pt x="27245" y="27499"/>
                    <a:pt x="49216" y="45025"/>
                    <a:pt x="76902" y="55312"/>
                  </a:cubicBezTo>
                  <a:cubicBezTo>
                    <a:pt x="80077" y="56455"/>
                    <a:pt x="81601" y="60011"/>
                    <a:pt x="80458" y="63059"/>
                  </a:cubicBezTo>
                  <a:cubicBezTo>
                    <a:pt x="79315" y="66107"/>
                    <a:pt x="75759" y="67758"/>
                    <a:pt x="72711" y="66615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445714" y="851444"/>
              <a:ext cx="13346" cy="12466"/>
            </a:xfrm>
            <a:custGeom>
              <a:avLst/>
              <a:gdLst/>
              <a:ahLst/>
              <a:cxnLst/>
              <a:rect l="l" t="t" r="r" b="b"/>
              <a:pathLst>
                <a:path w="13346" h="12466">
                  <a:moveTo>
                    <a:pt x="1580" y="2377"/>
                  </a:moveTo>
                  <a:cubicBezTo>
                    <a:pt x="3485" y="345"/>
                    <a:pt x="6152" y="-417"/>
                    <a:pt x="8819" y="218"/>
                  </a:cubicBezTo>
                  <a:cubicBezTo>
                    <a:pt x="11994" y="1107"/>
                    <a:pt x="14026" y="4409"/>
                    <a:pt x="13137" y="7584"/>
                  </a:cubicBezTo>
                  <a:cubicBezTo>
                    <a:pt x="12248" y="10759"/>
                    <a:pt x="8946" y="12791"/>
                    <a:pt x="5771" y="11902"/>
                  </a:cubicBezTo>
                  <a:cubicBezTo>
                    <a:pt x="7422" y="12283"/>
                    <a:pt x="9327" y="11775"/>
                    <a:pt x="10470" y="10505"/>
                  </a:cubicBezTo>
                  <a:cubicBezTo>
                    <a:pt x="8184" y="12918"/>
                    <a:pt x="4374" y="13172"/>
                    <a:pt x="1961" y="10886"/>
                  </a:cubicBezTo>
                  <a:cubicBezTo>
                    <a:pt x="-452" y="8600"/>
                    <a:pt x="-706" y="4790"/>
                    <a:pt x="1580" y="237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446195" y="851579"/>
              <a:ext cx="12484" cy="12230"/>
            </a:xfrm>
            <a:custGeom>
              <a:avLst/>
              <a:gdLst/>
              <a:ahLst/>
              <a:cxnLst/>
              <a:rect l="l" t="t" r="r" b="b"/>
              <a:pathLst>
                <a:path w="12484" h="12230">
                  <a:moveTo>
                    <a:pt x="7576" y="210"/>
                  </a:moveTo>
                  <a:lnTo>
                    <a:pt x="7957" y="337"/>
                  </a:lnTo>
                  <a:cubicBezTo>
                    <a:pt x="11132" y="1226"/>
                    <a:pt x="13164" y="4528"/>
                    <a:pt x="12275" y="7703"/>
                  </a:cubicBezTo>
                  <a:cubicBezTo>
                    <a:pt x="11386" y="10878"/>
                    <a:pt x="8084" y="12910"/>
                    <a:pt x="4909" y="12021"/>
                  </a:cubicBezTo>
                  <a:lnTo>
                    <a:pt x="4528" y="11894"/>
                  </a:lnTo>
                  <a:cubicBezTo>
                    <a:pt x="1353" y="11005"/>
                    <a:pt x="-679" y="7703"/>
                    <a:pt x="210" y="4528"/>
                  </a:cubicBezTo>
                  <a:cubicBezTo>
                    <a:pt x="1099" y="1353"/>
                    <a:pt x="4401" y="-679"/>
                    <a:pt x="7576" y="21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446913" y="850642"/>
              <a:ext cx="13719" cy="12836"/>
            </a:xfrm>
            <a:custGeom>
              <a:avLst/>
              <a:gdLst/>
              <a:ahLst/>
              <a:cxnLst/>
              <a:rect l="l" t="t" r="r" b="b"/>
              <a:pathLst>
                <a:path w="13719" h="12836">
                  <a:moveTo>
                    <a:pt x="127" y="7243"/>
                  </a:moveTo>
                  <a:cubicBezTo>
                    <a:pt x="-127" y="3179"/>
                    <a:pt x="4699" y="639"/>
                    <a:pt x="6350" y="512"/>
                  </a:cubicBezTo>
                  <a:cubicBezTo>
                    <a:pt x="6477" y="512"/>
                    <a:pt x="6604" y="512"/>
                    <a:pt x="6604" y="512"/>
                  </a:cubicBezTo>
                  <a:cubicBezTo>
                    <a:pt x="6604" y="512"/>
                    <a:pt x="6731" y="512"/>
                    <a:pt x="6731" y="512"/>
                  </a:cubicBezTo>
                  <a:cubicBezTo>
                    <a:pt x="6731" y="512"/>
                    <a:pt x="6731" y="512"/>
                    <a:pt x="6858" y="512"/>
                  </a:cubicBezTo>
                  <a:cubicBezTo>
                    <a:pt x="6985" y="512"/>
                    <a:pt x="6858" y="512"/>
                    <a:pt x="6858" y="512"/>
                  </a:cubicBezTo>
                  <a:cubicBezTo>
                    <a:pt x="5715" y="512"/>
                    <a:pt x="1651" y="2925"/>
                    <a:pt x="1651" y="6227"/>
                  </a:cubicBezTo>
                  <a:cubicBezTo>
                    <a:pt x="1524" y="2925"/>
                    <a:pt x="4191" y="131"/>
                    <a:pt x="7493" y="4"/>
                  </a:cubicBezTo>
                  <a:cubicBezTo>
                    <a:pt x="10795" y="-123"/>
                    <a:pt x="13589" y="2544"/>
                    <a:pt x="13716" y="5846"/>
                  </a:cubicBezTo>
                  <a:cubicBezTo>
                    <a:pt x="13843" y="9783"/>
                    <a:pt x="9144" y="12323"/>
                    <a:pt x="7366" y="12450"/>
                  </a:cubicBezTo>
                  <a:cubicBezTo>
                    <a:pt x="7239" y="12450"/>
                    <a:pt x="7112" y="12450"/>
                    <a:pt x="7112" y="12450"/>
                  </a:cubicBezTo>
                  <a:cubicBezTo>
                    <a:pt x="7112" y="12450"/>
                    <a:pt x="6985" y="12450"/>
                    <a:pt x="6858" y="12450"/>
                  </a:cubicBezTo>
                  <a:cubicBezTo>
                    <a:pt x="6731" y="12450"/>
                    <a:pt x="6858" y="12450"/>
                    <a:pt x="6731" y="12450"/>
                  </a:cubicBezTo>
                  <a:cubicBezTo>
                    <a:pt x="6604" y="12450"/>
                    <a:pt x="6731" y="12450"/>
                    <a:pt x="6858" y="12450"/>
                  </a:cubicBezTo>
                  <a:cubicBezTo>
                    <a:pt x="8001" y="12450"/>
                    <a:pt x="12192" y="9910"/>
                    <a:pt x="12065" y="6481"/>
                  </a:cubicBezTo>
                  <a:cubicBezTo>
                    <a:pt x="12192" y="9783"/>
                    <a:pt x="9652" y="12704"/>
                    <a:pt x="6350" y="12831"/>
                  </a:cubicBezTo>
                  <a:cubicBezTo>
                    <a:pt x="3048" y="12958"/>
                    <a:pt x="127" y="10418"/>
                    <a:pt x="0" y="711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447339" y="851143"/>
              <a:ext cx="12229" cy="12595"/>
            </a:xfrm>
            <a:custGeom>
              <a:avLst/>
              <a:gdLst/>
              <a:ahLst/>
              <a:cxnLst/>
              <a:rect l="l" t="t" r="r" b="b"/>
              <a:pathLst>
                <a:path w="12229" h="12595">
                  <a:moveTo>
                    <a:pt x="11512" y="3440"/>
                  </a:moveTo>
                  <a:lnTo>
                    <a:pt x="11639" y="3821"/>
                  </a:lnTo>
                  <a:cubicBezTo>
                    <a:pt x="13036" y="6869"/>
                    <a:pt x="11893" y="10425"/>
                    <a:pt x="8845" y="11949"/>
                  </a:cubicBezTo>
                  <a:cubicBezTo>
                    <a:pt x="5797" y="13473"/>
                    <a:pt x="2241" y="12203"/>
                    <a:pt x="717" y="9155"/>
                  </a:cubicBezTo>
                  <a:lnTo>
                    <a:pt x="590" y="8774"/>
                  </a:lnTo>
                  <a:cubicBezTo>
                    <a:pt x="-807" y="5726"/>
                    <a:pt x="336" y="2170"/>
                    <a:pt x="3384" y="646"/>
                  </a:cubicBezTo>
                  <a:cubicBezTo>
                    <a:pt x="6432" y="-878"/>
                    <a:pt x="9988" y="392"/>
                    <a:pt x="11512" y="344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448628" y="850710"/>
              <a:ext cx="12446" cy="12446"/>
            </a:xfrm>
            <a:custGeom>
              <a:avLst/>
              <a:gdLst/>
              <a:ahLst/>
              <a:cxnLst/>
              <a:rect l="l" t="t" r="r" b="b"/>
              <a:pathLst>
                <a:path w="12446" h="12446">
                  <a:moveTo>
                    <a:pt x="9969" y="1460"/>
                  </a:moveTo>
                  <a:lnTo>
                    <a:pt x="10350" y="1841"/>
                  </a:lnTo>
                  <a:cubicBezTo>
                    <a:pt x="12890" y="4000"/>
                    <a:pt x="13144" y="7810"/>
                    <a:pt x="10985" y="10350"/>
                  </a:cubicBezTo>
                  <a:cubicBezTo>
                    <a:pt x="8826" y="12890"/>
                    <a:pt x="5016" y="13144"/>
                    <a:pt x="2476" y="10985"/>
                  </a:cubicBezTo>
                  <a:lnTo>
                    <a:pt x="2095" y="10604"/>
                  </a:lnTo>
                  <a:cubicBezTo>
                    <a:pt x="-445" y="8445"/>
                    <a:pt x="-699" y="4635"/>
                    <a:pt x="1460" y="2095"/>
                  </a:cubicBezTo>
                  <a:cubicBezTo>
                    <a:pt x="3619" y="-445"/>
                    <a:pt x="7429" y="-699"/>
                    <a:pt x="9969" y="146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449112" y="845606"/>
              <a:ext cx="24813" cy="17447"/>
            </a:xfrm>
            <a:custGeom>
              <a:avLst/>
              <a:gdLst/>
              <a:ahLst/>
              <a:cxnLst/>
              <a:rect l="l" t="t" r="r" b="b"/>
              <a:pathLst>
                <a:path w="24813" h="17447">
                  <a:moveTo>
                    <a:pt x="3643" y="5929"/>
                  </a:moveTo>
                  <a:lnTo>
                    <a:pt x="16470" y="468"/>
                  </a:lnTo>
                  <a:cubicBezTo>
                    <a:pt x="19518" y="-802"/>
                    <a:pt x="23074" y="595"/>
                    <a:pt x="24344" y="3643"/>
                  </a:cubicBezTo>
                  <a:cubicBezTo>
                    <a:pt x="25614" y="6691"/>
                    <a:pt x="24217" y="10247"/>
                    <a:pt x="21169" y="11517"/>
                  </a:cubicBezTo>
                  <a:lnTo>
                    <a:pt x="8342" y="16978"/>
                  </a:lnTo>
                  <a:cubicBezTo>
                    <a:pt x="5294" y="18248"/>
                    <a:pt x="1738" y="16851"/>
                    <a:pt x="468" y="13803"/>
                  </a:cubicBezTo>
                  <a:cubicBezTo>
                    <a:pt x="-802" y="10755"/>
                    <a:pt x="595" y="7199"/>
                    <a:pt x="3643" y="592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421894" y="772287"/>
              <a:ext cx="12827" cy="94361"/>
            </a:xfrm>
            <a:custGeom>
              <a:avLst/>
              <a:gdLst/>
              <a:ahLst/>
              <a:cxnLst/>
              <a:rect l="l" t="t" r="r" b="b"/>
              <a:pathLst>
                <a:path w="12827" h="94361">
                  <a:moveTo>
                    <a:pt x="12065" y="5969"/>
                  </a:moveTo>
                  <a:lnTo>
                    <a:pt x="12827" y="88265"/>
                  </a:lnTo>
                  <a:cubicBezTo>
                    <a:pt x="12827" y="91567"/>
                    <a:pt x="10160" y="94361"/>
                    <a:pt x="6858" y="94361"/>
                  </a:cubicBezTo>
                  <a:cubicBezTo>
                    <a:pt x="3556" y="94361"/>
                    <a:pt x="762" y="91694"/>
                    <a:pt x="762" y="88392"/>
                  </a:cubicBezTo>
                  <a:lnTo>
                    <a:pt x="0" y="6096"/>
                  </a:lnTo>
                  <a:cubicBezTo>
                    <a:pt x="0" y="2794"/>
                    <a:pt x="2667" y="0"/>
                    <a:pt x="5969" y="0"/>
                  </a:cubicBezTo>
                  <a:cubicBezTo>
                    <a:pt x="9271" y="0"/>
                    <a:pt x="12065" y="2667"/>
                    <a:pt x="12065" y="596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387919" y="847659"/>
              <a:ext cx="23628" cy="16643"/>
            </a:xfrm>
            <a:custGeom>
              <a:avLst/>
              <a:gdLst/>
              <a:ahLst/>
              <a:cxnLst/>
              <a:rect l="l" t="t" r="r" b="b"/>
              <a:pathLst>
                <a:path w="23628" h="16643">
                  <a:moveTo>
                    <a:pt x="8321" y="447"/>
                  </a:moveTo>
                  <a:lnTo>
                    <a:pt x="19751" y="4892"/>
                  </a:lnTo>
                  <a:cubicBezTo>
                    <a:pt x="22926" y="6035"/>
                    <a:pt x="24450" y="9591"/>
                    <a:pt x="23180" y="12766"/>
                  </a:cubicBezTo>
                  <a:cubicBezTo>
                    <a:pt x="21910" y="15941"/>
                    <a:pt x="18481" y="17465"/>
                    <a:pt x="15306" y="16195"/>
                  </a:cubicBezTo>
                  <a:lnTo>
                    <a:pt x="3876" y="11750"/>
                  </a:lnTo>
                  <a:cubicBezTo>
                    <a:pt x="701" y="10607"/>
                    <a:pt x="-823" y="7051"/>
                    <a:pt x="447" y="3876"/>
                  </a:cubicBezTo>
                  <a:cubicBezTo>
                    <a:pt x="1717" y="701"/>
                    <a:pt x="5146" y="-823"/>
                    <a:pt x="8321" y="44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399474" y="852002"/>
              <a:ext cx="12708" cy="12275"/>
            </a:xfrm>
            <a:custGeom>
              <a:avLst/>
              <a:gdLst/>
              <a:ahLst/>
              <a:cxnLst/>
              <a:rect l="l" t="t" r="r" b="b"/>
              <a:pathLst>
                <a:path w="12708" h="12275">
                  <a:moveTo>
                    <a:pt x="5275" y="168"/>
                  </a:moveTo>
                  <a:lnTo>
                    <a:pt x="5783" y="41"/>
                  </a:lnTo>
                  <a:cubicBezTo>
                    <a:pt x="9085" y="-340"/>
                    <a:pt x="12133" y="1946"/>
                    <a:pt x="12641" y="5248"/>
                  </a:cubicBezTo>
                  <a:cubicBezTo>
                    <a:pt x="13149" y="8550"/>
                    <a:pt x="10736" y="11598"/>
                    <a:pt x="7434" y="12106"/>
                  </a:cubicBezTo>
                  <a:lnTo>
                    <a:pt x="6926" y="12233"/>
                  </a:lnTo>
                  <a:cubicBezTo>
                    <a:pt x="3624" y="12614"/>
                    <a:pt x="576" y="10328"/>
                    <a:pt x="68" y="7026"/>
                  </a:cubicBezTo>
                  <a:cubicBezTo>
                    <a:pt x="-440" y="3724"/>
                    <a:pt x="1973" y="676"/>
                    <a:pt x="5275" y="168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287528" y="717677"/>
              <a:ext cx="282194" cy="12192"/>
            </a:xfrm>
            <a:custGeom>
              <a:avLst/>
              <a:gdLst/>
              <a:ahLst/>
              <a:cxnLst/>
              <a:rect l="l" t="t" r="r" b="b"/>
              <a:pathLst>
                <a:path w="282194" h="12192">
                  <a:moveTo>
                    <a:pt x="276098" y="12192"/>
                  </a:moveTo>
                  <a:lnTo>
                    <a:pt x="6096" y="12192"/>
                  </a:lnTo>
                  <a:cubicBezTo>
                    <a:pt x="2794" y="12192"/>
                    <a:pt x="0" y="9525"/>
                    <a:pt x="0" y="6096"/>
                  </a:cubicBezTo>
                  <a:cubicBezTo>
                    <a:pt x="0" y="2667"/>
                    <a:pt x="2667" y="0"/>
                    <a:pt x="6096" y="0"/>
                  </a:cubicBezTo>
                  <a:lnTo>
                    <a:pt x="276098" y="0"/>
                  </a:lnTo>
                  <a:cubicBezTo>
                    <a:pt x="279400" y="0"/>
                    <a:pt x="282194" y="2667"/>
                    <a:pt x="282194" y="6096"/>
                  </a:cubicBezTo>
                  <a:cubicBezTo>
                    <a:pt x="282194" y="9525"/>
                    <a:pt x="279527" y="12192"/>
                    <a:pt x="276098" y="12192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421988" y="771464"/>
              <a:ext cx="12512" cy="12822"/>
            </a:xfrm>
            <a:custGeom>
              <a:avLst/>
              <a:gdLst/>
              <a:ahLst/>
              <a:cxnLst/>
              <a:rect l="l" t="t" r="r" b="b"/>
              <a:pathLst>
                <a:path w="12512" h="12822">
                  <a:moveTo>
                    <a:pt x="795" y="3744"/>
                  </a:moveTo>
                  <a:lnTo>
                    <a:pt x="1303" y="2982"/>
                  </a:lnTo>
                  <a:cubicBezTo>
                    <a:pt x="2954" y="61"/>
                    <a:pt x="6764" y="-828"/>
                    <a:pt x="9558" y="823"/>
                  </a:cubicBezTo>
                  <a:cubicBezTo>
                    <a:pt x="12352" y="2474"/>
                    <a:pt x="13368" y="6284"/>
                    <a:pt x="11717" y="9078"/>
                  </a:cubicBezTo>
                  <a:lnTo>
                    <a:pt x="11209" y="9840"/>
                  </a:lnTo>
                  <a:cubicBezTo>
                    <a:pt x="9558" y="12761"/>
                    <a:pt x="5748" y="13650"/>
                    <a:pt x="2954" y="11999"/>
                  </a:cubicBezTo>
                  <a:cubicBezTo>
                    <a:pt x="160" y="10348"/>
                    <a:pt x="-856" y="6538"/>
                    <a:pt x="795" y="374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422402" y="581279"/>
              <a:ext cx="12192" cy="202438"/>
            </a:xfrm>
            <a:custGeom>
              <a:avLst/>
              <a:gdLst/>
              <a:ahLst/>
              <a:cxnLst/>
              <a:rect l="l" t="t" r="r" b="b"/>
              <a:pathLst>
                <a:path w="12192" h="202438">
                  <a:moveTo>
                    <a:pt x="0" y="196342"/>
                  </a:moveTo>
                  <a:lnTo>
                    <a:pt x="0" y="6096"/>
                  </a:lnTo>
                  <a:cubicBezTo>
                    <a:pt x="0" y="2794"/>
                    <a:pt x="2667" y="0"/>
                    <a:pt x="6096" y="0"/>
                  </a:cubicBezTo>
                  <a:cubicBezTo>
                    <a:pt x="9525" y="0"/>
                    <a:pt x="12192" y="2667"/>
                    <a:pt x="12192" y="6096"/>
                  </a:cubicBezTo>
                  <a:lnTo>
                    <a:pt x="12192" y="196342"/>
                  </a:lnTo>
                  <a:cubicBezTo>
                    <a:pt x="12192" y="199644"/>
                    <a:pt x="9525" y="202438"/>
                    <a:pt x="6096" y="202438"/>
                  </a:cubicBezTo>
                  <a:cubicBezTo>
                    <a:pt x="2667" y="202438"/>
                    <a:pt x="0" y="199771"/>
                    <a:pt x="0" y="196342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311439" y="639090"/>
              <a:ext cx="51364" cy="23062"/>
            </a:xfrm>
            <a:custGeom>
              <a:avLst/>
              <a:gdLst/>
              <a:ahLst/>
              <a:cxnLst/>
              <a:rect l="l" t="t" r="r" b="b"/>
              <a:pathLst>
                <a:path w="51364" h="23062">
                  <a:moveTo>
                    <a:pt x="43653" y="22834"/>
                  </a:moveTo>
                  <a:lnTo>
                    <a:pt x="4410" y="11912"/>
                  </a:lnTo>
                  <a:cubicBezTo>
                    <a:pt x="1235" y="11023"/>
                    <a:pt x="-670" y="7721"/>
                    <a:pt x="219" y="4419"/>
                  </a:cubicBezTo>
                  <a:cubicBezTo>
                    <a:pt x="1108" y="1117"/>
                    <a:pt x="4410" y="-661"/>
                    <a:pt x="7712" y="228"/>
                  </a:cubicBezTo>
                  <a:lnTo>
                    <a:pt x="46955" y="11150"/>
                  </a:lnTo>
                  <a:cubicBezTo>
                    <a:pt x="50130" y="12039"/>
                    <a:pt x="52035" y="15341"/>
                    <a:pt x="51146" y="18643"/>
                  </a:cubicBezTo>
                  <a:cubicBezTo>
                    <a:pt x="50257" y="21945"/>
                    <a:pt x="46955" y="23723"/>
                    <a:pt x="43653" y="2283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531385" y="636922"/>
              <a:ext cx="12284" cy="12665"/>
            </a:xfrm>
            <a:custGeom>
              <a:avLst/>
              <a:gdLst/>
              <a:ahLst/>
              <a:cxnLst/>
              <a:rect l="l" t="t" r="r" b="b"/>
              <a:pathLst>
                <a:path w="12284" h="12665">
                  <a:moveTo>
                    <a:pt x="11667" y="3920"/>
                  </a:moveTo>
                  <a:lnTo>
                    <a:pt x="11921" y="4555"/>
                  </a:lnTo>
                  <a:cubicBezTo>
                    <a:pt x="13064" y="7730"/>
                    <a:pt x="11413" y="11159"/>
                    <a:pt x="8365" y="12302"/>
                  </a:cubicBezTo>
                  <a:cubicBezTo>
                    <a:pt x="5317" y="13445"/>
                    <a:pt x="1761" y="11794"/>
                    <a:pt x="618" y="8746"/>
                  </a:cubicBezTo>
                  <a:lnTo>
                    <a:pt x="364" y="8111"/>
                  </a:lnTo>
                  <a:cubicBezTo>
                    <a:pt x="-779" y="4936"/>
                    <a:pt x="872" y="1507"/>
                    <a:pt x="3920" y="364"/>
                  </a:cubicBezTo>
                  <a:cubicBezTo>
                    <a:pt x="6968" y="-779"/>
                    <a:pt x="10524" y="872"/>
                    <a:pt x="11667" y="392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484119" y="649727"/>
              <a:ext cx="22742" cy="12709"/>
            </a:xfrm>
            <a:custGeom>
              <a:avLst/>
              <a:gdLst/>
              <a:ahLst/>
              <a:cxnLst/>
              <a:rect l="l" t="t" r="r" b="b"/>
              <a:pathLst>
                <a:path w="22742" h="12709">
                  <a:moveTo>
                    <a:pt x="6355" y="5"/>
                  </a:moveTo>
                  <a:lnTo>
                    <a:pt x="17023" y="640"/>
                  </a:lnTo>
                  <a:cubicBezTo>
                    <a:pt x="20325" y="767"/>
                    <a:pt x="22865" y="3688"/>
                    <a:pt x="22738" y="6990"/>
                  </a:cubicBezTo>
                  <a:cubicBezTo>
                    <a:pt x="22611" y="10292"/>
                    <a:pt x="19690" y="12832"/>
                    <a:pt x="16388" y="12705"/>
                  </a:cubicBezTo>
                  <a:lnTo>
                    <a:pt x="5720" y="12070"/>
                  </a:lnTo>
                  <a:cubicBezTo>
                    <a:pt x="2418" y="11943"/>
                    <a:pt x="-122" y="9022"/>
                    <a:pt x="5" y="5720"/>
                  </a:cubicBezTo>
                  <a:cubicBezTo>
                    <a:pt x="132" y="2418"/>
                    <a:pt x="3053" y="-122"/>
                    <a:pt x="6355" y="5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287401" y="588600"/>
              <a:ext cx="103169" cy="138856"/>
            </a:xfrm>
            <a:custGeom>
              <a:avLst/>
              <a:gdLst/>
              <a:ahLst/>
              <a:cxnLst/>
              <a:rect l="l" t="t" r="r" b="b"/>
              <a:pathLst>
                <a:path w="103169" h="138856">
                  <a:moveTo>
                    <a:pt x="254" y="132760"/>
                  </a:moveTo>
                  <a:cubicBezTo>
                    <a:pt x="254" y="118155"/>
                    <a:pt x="2540" y="103931"/>
                    <a:pt x="6985" y="89961"/>
                  </a:cubicBezTo>
                  <a:lnTo>
                    <a:pt x="12700" y="91866"/>
                  </a:lnTo>
                  <a:lnTo>
                    <a:pt x="6985" y="89961"/>
                  </a:lnTo>
                  <a:cubicBezTo>
                    <a:pt x="11430" y="75991"/>
                    <a:pt x="18034" y="63164"/>
                    <a:pt x="26543" y="51226"/>
                  </a:cubicBezTo>
                  <a:lnTo>
                    <a:pt x="31496" y="54782"/>
                  </a:lnTo>
                  <a:lnTo>
                    <a:pt x="26543" y="51226"/>
                  </a:lnTo>
                  <a:cubicBezTo>
                    <a:pt x="35052" y="39415"/>
                    <a:pt x="45212" y="29001"/>
                    <a:pt x="56896" y="20365"/>
                  </a:cubicBezTo>
                  <a:lnTo>
                    <a:pt x="60452" y="25191"/>
                  </a:lnTo>
                  <a:lnTo>
                    <a:pt x="56896" y="20365"/>
                  </a:lnTo>
                  <a:cubicBezTo>
                    <a:pt x="68580" y="11602"/>
                    <a:pt x="81407" y="4998"/>
                    <a:pt x="95250" y="299"/>
                  </a:cubicBezTo>
                  <a:cubicBezTo>
                    <a:pt x="98425" y="-717"/>
                    <a:pt x="101854" y="934"/>
                    <a:pt x="102870" y="4109"/>
                  </a:cubicBezTo>
                  <a:cubicBezTo>
                    <a:pt x="103886" y="7284"/>
                    <a:pt x="102235" y="10713"/>
                    <a:pt x="99060" y="11729"/>
                  </a:cubicBezTo>
                  <a:cubicBezTo>
                    <a:pt x="86360" y="16047"/>
                    <a:pt x="74676" y="22143"/>
                    <a:pt x="64008" y="30144"/>
                  </a:cubicBezTo>
                  <a:cubicBezTo>
                    <a:pt x="53213" y="38145"/>
                    <a:pt x="44069" y="47543"/>
                    <a:pt x="36195" y="58338"/>
                  </a:cubicBezTo>
                  <a:cubicBezTo>
                    <a:pt x="28448" y="69133"/>
                    <a:pt x="22479" y="80944"/>
                    <a:pt x="18415" y="93644"/>
                  </a:cubicBezTo>
                  <a:cubicBezTo>
                    <a:pt x="14351" y="106344"/>
                    <a:pt x="12319" y="119425"/>
                    <a:pt x="12192" y="132760"/>
                  </a:cubicBezTo>
                  <a:cubicBezTo>
                    <a:pt x="12192" y="136062"/>
                    <a:pt x="9525" y="138856"/>
                    <a:pt x="6096" y="138856"/>
                  </a:cubicBezTo>
                  <a:cubicBezTo>
                    <a:pt x="2667" y="138856"/>
                    <a:pt x="0" y="136189"/>
                    <a:pt x="0" y="13276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466617" y="588918"/>
              <a:ext cx="76872" cy="60108"/>
            </a:xfrm>
            <a:custGeom>
              <a:avLst/>
              <a:gdLst/>
              <a:ahLst/>
              <a:cxnLst/>
              <a:rect l="l" t="t" r="r" b="b"/>
              <a:pathLst>
                <a:path w="76872" h="60108">
                  <a:moveTo>
                    <a:pt x="8236" y="362"/>
                  </a:moveTo>
                  <a:cubicBezTo>
                    <a:pt x="35795" y="10268"/>
                    <a:pt x="58274" y="26905"/>
                    <a:pt x="75673" y="50400"/>
                  </a:cubicBezTo>
                  <a:cubicBezTo>
                    <a:pt x="77705" y="53067"/>
                    <a:pt x="77070" y="56877"/>
                    <a:pt x="74403" y="58909"/>
                  </a:cubicBezTo>
                  <a:cubicBezTo>
                    <a:pt x="71736" y="60941"/>
                    <a:pt x="67926" y="60306"/>
                    <a:pt x="65894" y="57639"/>
                  </a:cubicBezTo>
                  <a:cubicBezTo>
                    <a:pt x="49892" y="36049"/>
                    <a:pt x="29318" y="20809"/>
                    <a:pt x="4045" y="11792"/>
                  </a:cubicBezTo>
                  <a:cubicBezTo>
                    <a:pt x="870" y="10649"/>
                    <a:pt x="-781" y="7220"/>
                    <a:pt x="362" y="4045"/>
                  </a:cubicBezTo>
                  <a:cubicBezTo>
                    <a:pt x="1505" y="870"/>
                    <a:pt x="4934" y="-781"/>
                    <a:pt x="8109" y="362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350800" y="590182"/>
              <a:ext cx="48348" cy="71961"/>
            </a:xfrm>
            <a:custGeom>
              <a:avLst/>
              <a:gdLst/>
              <a:ahLst/>
              <a:cxnLst/>
              <a:rect l="l" t="t" r="r" b="b"/>
              <a:pathLst>
                <a:path w="48348" h="71961">
                  <a:moveTo>
                    <a:pt x="46456" y="10655"/>
                  </a:moveTo>
                  <a:cubicBezTo>
                    <a:pt x="29565" y="26403"/>
                    <a:pt x="18008" y="45326"/>
                    <a:pt x="11912" y="67551"/>
                  </a:cubicBezTo>
                  <a:cubicBezTo>
                    <a:pt x="11023" y="70726"/>
                    <a:pt x="7721" y="72631"/>
                    <a:pt x="4419" y="71742"/>
                  </a:cubicBezTo>
                  <a:cubicBezTo>
                    <a:pt x="1117" y="70853"/>
                    <a:pt x="-661" y="67551"/>
                    <a:pt x="228" y="64249"/>
                  </a:cubicBezTo>
                  <a:cubicBezTo>
                    <a:pt x="6959" y="39865"/>
                    <a:pt x="19659" y="18910"/>
                    <a:pt x="38201" y="1638"/>
                  </a:cubicBezTo>
                  <a:cubicBezTo>
                    <a:pt x="40614" y="-648"/>
                    <a:pt x="44424" y="-521"/>
                    <a:pt x="46710" y="1892"/>
                  </a:cubicBezTo>
                  <a:cubicBezTo>
                    <a:pt x="48996" y="4305"/>
                    <a:pt x="48869" y="8115"/>
                    <a:pt x="46456" y="10401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449809" y="585220"/>
              <a:ext cx="12496" cy="12564"/>
            </a:xfrm>
            <a:custGeom>
              <a:avLst/>
              <a:gdLst/>
              <a:ahLst/>
              <a:cxnLst/>
              <a:rect l="l" t="t" r="r" b="b"/>
              <a:pathLst>
                <a:path w="12496" h="12564">
                  <a:moveTo>
                    <a:pt x="914" y="3298"/>
                  </a:moveTo>
                  <a:lnTo>
                    <a:pt x="1168" y="2917"/>
                  </a:lnTo>
                  <a:cubicBezTo>
                    <a:pt x="2946" y="123"/>
                    <a:pt x="6629" y="-893"/>
                    <a:pt x="9550" y="885"/>
                  </a:cubicBezTo>
                  <a:cubicBezTo>
                    <a:pt x="12471" y="2663"/>
                    <a:pt x="13360" y="6346"/>
                    <a:pt x="11582" y="9267"/>
                  </a:cubicBezTo>
                  <a:lnTo>
                    <a:pt x="11328" y="9648"/>
                  </a:lnTo>
                  <a:cubicBezTo>
                    <a:pt x="9550" y="12442"/>
                    <a:pt x="5867" y="13458"/>
                    <a:pt x="2946" y="11680"/>
                  </a:cubicBezTo>
                  <a:cubicBezTo>
                    <a:pt x="25" y="9902"/>
                    <a:pt x="-864" y="6219"/>
                    <a:pt x="914" y="3298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450725" y="585599"/>
              <a:ext cx="12443" cy="12697"/>
            </a:xfrm>
            <a:custGeom>
              <a:avLst/>
              <a:gdLst/>
              <a:ahLst/>
              <a:cxnLst/>
              <a:rect l="l" t="t" r="r" b="b"/>
              <a:pathLst>
                <a:path w="12443" h="12697">
                  <a:moveTo>
                    <a:pt x="11428" y="3173"/>
                  </a:moveTo>
                  <a:lnTo>
                    <a:pt x="11682" y="3681"/>
                  </a:lnTo>
                  <a:cubicBezTo>
                    <a:pt x="13333" y="6602"/>
                    <a:pt x="12190" y="10285"/>
                    <a:pt x="9269" y="11936"/>
                  </a:cubicBezTo>
                  <a:cubicBezTo>
                    <a:pt x="6348" y="13587"/>
                    <a:pt x="2665" y="12444"/>
                    <a:pt x="1014" y="9523"/>
                  </a:cubicBezTo>
                  <a:lnTo>
                    <a:pt x="760" y="9015"/>
                  </a:lnTo>
                  <a:cubicBezTo>
                    <a:pt x="-891" y="6094"/>
                    <a:pt x="252" y="2411"/>
                    <a:pt x="3173" y="760"/>
                  </a:cubicBezTo>
                  <a:cubicBezTo>
                    <a:pt x="6094" y="-891"/>
                    <a:pt x="9777" y="252"/>
                    <a:pt x="11428" y="3173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450959" y="585960"/>
              <a:ext cx="19035" cy="14717"/>
            </a:xfrm>
            <a:custGeom>
              <a:avLst/>
              <a:gdLst/>
              <a:ahLst/>
              <a:cxnLst/>
              <a:rect l="l" t="t" r="r" b="b"/>
              <a:pathLst>
                <a:path w="19035" h="14717">
                  <a:moveTo>
                    <a:pt x="6749" y="145"/>
                  </a:moveTo>
                  <a:cubicBezTo>
                    <a:pt x="9797" y="399"/>
                    <a:pt x="12591" y="1796"/>
                    <a:pt x="13861" y="2431"/>
                  </a:cubicBezTo>
                  <a:cubicBezTo>
                    <a:pt x="14496" y="2685"/>
                    <a:pt x="14750" y="2812"/>
                    <a:pt x="14877" y="2939"/>
                  </a:cubicBezTo>
                  <a:cubicBezTo>
                    <a:pt x="15004" y="3066"/>
                    <a:pt x="14877" y="2939"/>
                    <a:pt x="14877" y="2939"/>
                  </a:cubicBezTo>
                  <a:cubicBezTo>
                    <a:pt x="18052" y="3955"/>
                    <a:pt x="19830" y="7384"/>
                    <a:pt x="18687" y="10559"/>
                  </a:cubicBezTo>
                  <a:cubicBezTo>
                    <a:pt x="17544" y="13734"/>
                    <a:pt x="14242" y="15512"/>
                    <a:pt x="11067" y="14369"/>
                  </a:cubicBezTo>
                  <a:cubicBezTo>
                    <a:pt x="10940" y="14369"/>
                    <a:pt x="10813" y="14242"/>
                    <a:pt x="10686" y="14242"/>
                  </a:cubicBezTo>
                  <a:cubicBezTo>
                    <a:pt x="10051" y="13988"/>
                    <a:pt x="9162" y="13607"/>
                    <a:pt x="8781" y="13353"/>
                  </a:cubicBezTo>
                  <a:cubicBezTo>
                    <a:pt x="7130" y="12591"/>
                    <a:pt x="6114" y="12210"/>
                    <a:pt x="5479" y="12083"/>
                  </a:cubicBezTo>
                  <a:cubicBezTo>
                    <a:pt x="2177" y="11702"/>
                    <a:pt x="-236" y="8781"/>
                    <a:pt x="18" y="5479"/>
                  </a:cubicBezTo>
                  <a:cubicBezTo>
                    <a:pt x="272" y="2177"/>
                    <a:pt x="3320" y="-236"/>
                    <a:pt x="6622" y="18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461881" y="845676"/>
              <a:ext cx="19466" cy="12608"/>
            </a:xfrm>
            <a:custGeom>
              <a:avLst/>
              <a:gdLst/>
              <a:ahLst/>
              <a:cxnLst/>
              <a:rect l="l" t="t" r="r" b="b"/>
              <a:pathLst>
                <a:path w="19466" h="12608">
                  <a:moveTo>
                    <a:pt x="12972" y="12590"/>
                  </a:moveTo>
                  <a:lnTo>
                    <a:pt x="5606" y="12082"/>
                  </a:lnTo>
                  <a:cubicBezTo>
                    <a:pt x="2304" y="11828"/>
                    <a:pt x="-236" y="8907"/>
                    <a:pt x="18" y="5605"/>
                  </a:cubicBezTo>
                  <a:cubicBezTo>
                    <a:pt x="272" y="2303"/>
                    <a:pt x="3193" y="-237"/>
                    <a:pt x="6495" y="17"/>
                  </a:cubicBezTo>
                  <a:lnTo>
                    <a:pt x="13861" y="525"/>
                  </a:lnTo>
                  <a:cubicBezTo>
                    <a:pt x="17163" y="779"/>
                    <a:pt x="19703" y="3700"/>
                    <a:pt x="19449" y="7002"/>
                  </a:cubicBezTo>
                  <a:cubicBezTo>
                    <a:pt x="19195" y="10304"/>
                    <a:pt x="16274" y="12844"/>
                    <a:pt x="12972" y="1259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461841" y="845655"/>
              <a:ext cx="15864" cy="13791"/>
            </a:xfrm>
            <a:custGeom>
              <a:avLst/>
              <a:gdLst/>
              <a:ahLst/>
              <a:cxnLst/>
              <a:rect l="l" t="t" r="r" b="b"/>
              <a:pathLst>
                <a:path w="15864" h="13791">
                  <a:moveTo>
                    <a:pt x="7297" y="13246"/>
                  </a:moveTo>
                  <a:lnTo>
                    <a:pt x="3487" y="11468"/>
                  </a:lnTo>
                  <a:cubicBezTo>
                    <a:pt x="439" y="10071"/>
                    <a:pt x="-831" y="6388"/>
                    <a:pt x="566" y="3467"/>
                  </a:cubicBezTo>
                  <a:cubicBezTo>
                    <a:pt x="1963" y="546"/>
                    <a:pt x="5646" y="-851"/>
                    <a:pt x="8567" y="546"/>
                  </a:cubicBezTo>
                  <a:lnTo>
                    <a:pt x="12377" y="2324"/>
                  </a:lnTo>
                  <a:cubicBezTo>
                    <a:pt x="15425" y="3721"/>
                    <a:pt x="16695" y="7404"/>
                    <a:pt x="15298" y="10325"/>
                  </a:cubicBezTo>
                  <a:cubicBezTo>
                    <a:pt x="13901" y="13246"/>
                    <a:pt x="10218" y="14643"/>
                    <a:pt x="7297" y="1324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378328" y="847212"/>
              <a:ext cx="21853" cy="12582"/>
            </a:xfrm>
            <a:custGeom>
              <a:avLst/>
              <a:gdLst/>
              <a:ahLst/>
              <a:cxnLst/>
              <a:rect l="l" t="t" r="r" b="b"/>
              <a:pathLst>
                <a:path w="21853" h="12582">
                  <a:moveTo>
                    <a:pt x="6355" y="5"/>
                  </a:moveTo>
                  <a:lnTo>
                    <a:pt x="16134" y="513"/>
                  </a:lnTo>
                  <a:cubicBezTo>
                    <a:pt x="19436" y="640"/>
                    <a:pt x="21976" y="3561"/>
                    <a:pt x="21849" y="6863"/>
                  </a:cubicBezTo>
                  <a:cubicBezTo>
                    <a:pt x="21722" y="10165"/>
                    <a:pt x="18801" y="12705"/>
                    <a:pt x="15499" y="12578"/>
                  </a:cubicBezTo>
                  <a:lnTo>
                    <a:pt x="5720" y="12070"/>
                  </a:lnTo>
                  <a:cubicBezTo>
                    <a:pt x="2418" y="11943"/>
                    <a:pt x="-122" y="9022"/>
                    <a:pt x="5" y="5720"/>
                  </a:cubicBezTo>
                  <a:cubicBezTo>
                    <a:pt x="132" y="2418"/>
                    <a:pt x="3053" y="-122"/>
                    <a:pt x="6355" y="5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457831" y="588514"/>
              <a:ext cx="20964" cy="12455"/>
            </a:xfrm>
            <a:custGeom>
              <a:avLst/>
              <a:gdLst/>
              <a:ahLst/>
              <a:cxnLst/>
              <a:rect l="l" t="t" r="r" b="b"/>
              <a:pathLst>
                <a:path w="20964" h="12455">
                  <a:moveTo>
                    <a:pt x="14736" y="12450"/>
                  </a:moveTo>
                  <a:lnTo>
                    <a:pt x="5846" y="12069"/>
                  </a:lnTo>
                  <a:cubicBezTo>
                    <a:pt x="2544" y="11942"/>
                    <a:pt x="-123" y="9148"/>
                    <a:pt x="4" y="5846"/>
                  </a:cubicBezTo>
                  <a:cubicBezTo>
                    <a:pt x="131" y="2544"/>
                    <a:pt x="2925" y="-123"/>
                    <a:pt x="6227" y="4"/>
                  </a:cubicBezTo>
                  <a:lnTo>
                    <a:pt x="15117" y="385"/>
                  </a:lnTo>
                  <a:cubicBezTo>
                    <a:pt x="18419" y="512"/>
                    <a:pt x="21086" y="3306"/>
                    <a:pt x="20959" y="6608"/>
                  </a:cubicBezTo>
                  <a:cubicBezTo>
                    <a:pt x="20832" y="9910"/>
                    <a:pt x="18038" y="12577"/>
                    <a:pt x="14736" y="1245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378583" y="588386"/>
              <a:ext cx="19567" cy="12455"/>
            </a:xfrm>
            <a:custGeom>
              <a:avLst/>
              <a:gdLst/>
              <a:ahLst/>
              <a:cxnLst/>
              <a:rect l="l" t="t" r="r" b="b"/>
              <a:pathLst>
                <a:path w="19567" h="12455">
                  <a:moveTo>
                    <a:pt x="6354" y="5"/>
                  </a:moveTo>
                  <a:lnTo>
                    <a:pt x="13720" y="259"/>
                  </a:lnTo>
                  <a:cubicBezTo>
                    <a:pt x="17022" y="386"/>
                    <a:pt x="19689" y="3180"/>
                    <a:pt x="19562" y="6609"/>
                  </a:cubicBezTo>
                  <a:cubicBezTo>
                    <a:pt x="19435" y="10038"/>
                    <a:pt x="16641" y="12578"/>
                    <a:pt x="13212" y="12451"/>
                  </a:cubicBezTo>
                  <a:lnTo>
                    <a:pt x="5846" y="12197"/>
                  </a:lnTo>
                  <a:cubicBezTo>
                    <a:pt x="2544" y="12070"/>
                    <a:pt x="-123" y="9276"/>
                    <a:pt x="4" y="5847"/>
                  </a:cubicBezTo>
                  <a:cubicBezTo>
                    <a:pt x="131" y="2418"/>
                    <a:pt x="2925" y="-122"/>
                    <a:pt x="6354" y="5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458864" y="591579"/>
              <a:ext cx="49169" cy="76982"/>
            </a:xfrm>
            <a:custGeom>
              <a:avLst/>
              <a:gdLst/>
              <a:ahLst/>
              <a:cxnLst/>
              <a:rect l="l" t="t" r="r" b="b"/>
              <a:pathLst>
                <a:path w="49169" h="76982">
                  <a:moveTo>
                    <a:pt x="37198" y="72123"/>
                  </a:moveTo>
                  <a:cubicBezTo>
                    <a:pt x="31737" y="47866"/>
                    <a:pt x="20053" y="27292"/>
                    <a:pt x="1892" y="10401"/>
                  </a:cubicBezTo>
                  <a:cubicBezTo>
                    <a:pt x="-521" y="8115"/>
                    <a:pt x="-648" y="4305"/>
                    <a:pt x="1638" y="1892"/>
                  </a:cubicBezTo>
                  <a:cubicBezTo>
                    <a:pt x="3924" y="-521"/>
                    <a:pt x="7734" y="-648"/>
                    <a:pt x="10147" y="1638"/>
                  </a:cubicBezTo>
                  <a:cubicBezTo>
                    <a:pt x="30086" y="20307"/>
                    <a:pt x="43040" y="42913"/>
                    <a:pt x="49009" y="69583"/>
                  </a:cubicBezTo>
                  <a:cubicBezTo>
                    <a:pt x="49771" y="72885"/>
                    <a:pt x="47739" y="76060"/>
                    <a:pt x="44437" y="76822"/>
                  </a:cubicBezTo>
                  <a:cubicBezTo>
                    <a:pt x="41135" y="77584"/>
                    <a:pt x="37960" y="75552"/>
                    <a:pt x="37198" y="7225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sp>
        <p:nvSpPr>
          <p:cNvPr id="59" name="TextBox 59"/>
          <p:cNvSpPr txBox="1"/>
          <p:nvPr/>
        </p:nvSpPr>
        <p:spPr>
          <a:xfrm>
            <a:off x="1032537" y="1263894"/>
            <a:ext cx="9389958" cy="94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8"/>
              </a:lnSpc>
            </a:pPr>
            <a:r>
              <a:rPr lang="en-US" sz="5391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The New Geopolitical Reality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721094" y="2630825"/>
            <a:ext cx="59345" cy="4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487637" y="5200478"/>
            <a:ext cx="7026373" cy="93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Fragmentation of supply chains into rival blocs increases duplication and cost.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487637" y="7604722"/>
            <a:ext cx="7700322" cy="932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3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Export controls and subsidies reshape comparative advantage and investment flows.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32537" y="2630825"/>
            <a:ext cx="8236043" cy="413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07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Tradepolicy risk roseaseconomiespolarised.Analystsestimatean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32537" y="3073969"/>
            <a:ext cx="9227459" cy="898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290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opportunity cost of geopolitical rivalry at ~8.7% of global real income, with vulnerable states facing up to 11.3% losses.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487637" y="4638703"/>
            <a:ext cx="2703344" cy="46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Decoupling risks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487637" y="7042948"/>
            <a:ext cx="3488406" cy="465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Strategic trade policy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16027" y="-91521"/>
            <a:ext cx="16655933" cy="10464866"/>
            <a:chOff x="0" y="0"/>
            <a:chExt cx="11557000" cy="72612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11430000" cy="7134225"/>
            </a:xfrm>
            <a:custGeom>
              <a:avLst/>
              <a:gdLst/>
              <a:ahLst/>
              <a:cxnLst/>
              <a:rect l="l" t="t" r="r" b="b"/>
              <a:pathLst>
                <a:path w="11430000" h="7134225">
                  <a:moveTo>
                    <a:pt x="0" y="0"/>
                  </a:moveTo>
                  <a:lnTo>
                    <a:pt x="11430000" y="0"/>
                  </a:lnTo>
                  <a:lnTo>
                    <a:pt x="11430000" y="7134225"/>
                  </a:lnTo>
                  <a:lnTo>
                    <a:pt x="0" y="71342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8326" y="68326"/>
              <a:ext cx="11420348" cy="7124700"/>
            </a:xfrm>
            <a:custGeom>
              <a:avLst/>
              <a:gdLst/>
              <a:ahLst/>
              <a:cxnLst/>
              <a:rect l="l" t="t" r="r" b="b"/>
              <a:pathLst>
                <a:path w="11420348" h="7124700">
                  <a:moveTo>
                    <a:pt x="0" y="0"/>
                  </a:moveTo>
                  <a:lnTo>
                    <a:pt x="0" y="7124700"/>
                  </a:lnTo>
                  <a:lnTo>
                    <a:pt x="11420348" y="7124700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2E4C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63500" y="63500"/>
              <a:ext cx="11430000" cy="7134225"/>
            </a:xfrm>
            <a:custGeom>
              <a:avLst/>
              <a:gdLst/>
              <a:ahLst/>
              <a:cxnLst/>
              <a:rect l="l" t="t" r="r" b="b"/>
              <a:pathLst>
                <a:path w="11430000" h="7134225">
                  <a:moveTo>
                    <a:pt x="0" y="0"/>
                  </a:moveTo>
                  <a:lnTo>
                    <a:pt x="11430000" y="0"/>
                  </a:lnTo>
                  <a:lnTo>
                    <a:pt x="11430000" y="7134225"/>
                  </a:lnTo>
                  <a:lnTo>
                    <a:pt x="0" y="7134225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07547" y="0"/>
            <a:ext cx="6177340" cy="10281838"/>
            <a:chOff x="0" y="0"/>
            <a:chExt cx="5715000" cy="95123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00" cy="9512300"/>
            </a:xfrm>
            <a:custGeom>
              <a:avLst/>
              <a:gdLst/>
              <a:ahLst/>
              <a:cxnLst/>
              <a:rect l="l" t="t" r="r" b="b"/>
              <a:pathLst>
                <a:path w="5715000" h="9512300">
                  <a:moveTo>
                    <a:pt x="0" y="0"/>
                  </a:moveTo>
                  <a:lnTo>
                    <a:pt x="5715000" y="0"/>
                  </a:lnTo>
                  <a:lnTo>
                    <a:pt x="5715000" y="9512300"/>
                  </a:lnTo>
                  <a:lnTo>
                    <a:pt x="0" y="9512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7" r="-37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8045806" y="5381149"/>
            <a:ext cx="96092" cy="96092"/>
            <a:chOff x="0" y="0"/>
            <a:chExt cx="66675" cy="666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8045806" y="6740164"/>
            <a:ext cx="96092" cy="96092"/>
            <a:chOff x="0" y="0"/>
            <a:chExt cx="66675" cy="666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675" cy="66548"/>
            </a:xfrm>
            <a:custGeom>
              <a:avLst/>
              <a:gdLst/>
              <a:ahLst/>
              <a:cxnLst/>
              <a:rect l="l" t="t" r="r" b="b"/>
              <a:pathLst>
                <a:path w="66675" h="66548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959043" y="2845324"/>
            <a:ext cx="768516" cy="868479"/>
            <a:chOff x="0" y="0"/>
            <a:chExt cx="533248" cy="602602"/>
          </a:xfrm>
        </p:grpSpPr>
        <p:sp>
          <p:nvSpPr>
            <p:cNvPr id="13" name="Freeform 13"/>
            <p:cNvSpPr/>
            <p:nvPr/>
          </p:nvSpPr>
          <p:spPr>
            <a:xfrm>
              <a:off x="375544" y="63499"/>
              <a:ext cx="94076" cy="59942"/>
            </a:xfrm>
            <a:custGeom>
              <a:avLst/>
              <a:gdLst/>
              <a:ahLst/>
              <a:cxnLst/>
              <a:rect l="l" t="t" r="r" b="b"/>
              <a:pathLst>
                <a:path w="94076" h="59942">
                  <a:moveTo>
                    <a:pt x="125" y="48514"/>
                  </a:moveTo>
                  <a:cubicBezTo>
                    <a:pt x="1395" y="39751"/>
                    <a:pt x="4189" y="30861"/>
                    <a:pt x="7999" y="23622"/>
                  </a:cubicBezTo>
                  <a:cubicBezTo>
                    <a:pt x="8253" y="23114"/>
                    <a:pt x="8634" y="22606"/>
                    <a:pt x="9015" y="22098"/>
                  </a:cubicBezTo>
                  <a:cubicBezTo>
                    <a:pt x="14095" y="15621"/>
                    <a:pt x="20445" y="9779"/>
                    <a:pt x="27431" y="5461"/>
                  </a:cubicBezTo>
                  <a:cubicBezTo>
                    <a:pt x="27939" y="5207"/>
                    <a:pt x="28320" y="4953"/>
                    <a:pt x="28828" y="4699"/>
                  </a:cubicBezTo>
                  <a:cubicBezTo>
                    <a:pt x="33908" y="2540"/>
                    <a:pt x="38607" y="1270"/>
                    <a:pt x="47243" y="127"/>
                  </a:cubicBezTo>
                  <a:cubicBezTo>
                    <a:pt x="47878" y="0"/>
                    <a:pt x="48640" y="0"/>
                    <a:pt x="49275" y="0"/>
                  </a:cubicBezTo>
                  <a:cubicBezTo>
                    <a:pt x="57530" y="635"/>
                    <a:pt x="65277" y="2667"/>
                    <a:pt x="72389" y="6223"/>
                  </a:cubicBezTo>
                  <a:cubicBezTo>
                    <a:pt x="73024" y="6604"/>
                    <a:pt x="73659" y="6985"/>
                    <a:pt x="74294" y="7493"/>
                  </a:cubicBezTo>
                  <a:cubicBezTo>
                    <a:pt x="81279" y="13335"/>
                    <a:pt x="85978" y="19304"/>
                    <a:pt x="89915" y="26924"/>
                  </a:cubicBezTo>
                  <a:cubicBezTo>
                    <a:pt x="90169" y="27432"/>
                    <a:pt x="90423" y="27940"/>
                    <a:pt x="90550" y="28448"/>
                  </a:cubicBezTo>
                  <a:cubicBezTo>
                    <a:pt x="91947" y="33020"/>
                    <a:pt x="93090" y="38608"/>
                    <a:pt x="93979" y="44958"/>
                  </a:cubicBezTo>
                  <a:cubicBezTo>
                    <a:pt x="94741" y="50419"/>
                    <a:pt x="90931" y="55626"/>
                    <a:pt x="85343" y="56388"/>
                  </a:cubicBezTo>
                  <a:cubicBezTo>
                    <a:pt x="79755" y="57150"/>
                    <a:pt x="74675" y="53340"/>
                    <a:pt x="73913" y="47752"/>
                  </a:cubicBezTo>
                  <a:cubicBezTo>
                    <a:pt x="73151" y="42037"/>
                    <a:pt x="72135" y="37719"/>
                    <a:pt x="71246" y="34544"/>
                  </a:cubicBezTo>
                  <a:lnTo>
                    <a:pt x="80898" y="31496"/>
                  </a:lnTo>
                  <a:lnTo>
                    <a:pt x="71881" y="36068"/>
                  </a:lnTo>
                  <a:cubicBezTo>
                    <a:pt x="69214" y="30861"/>
                    <a:pt x="66293" y="27051"/>
                    <a:pt x="61340" y="22987"/>
                  </a:cubicBezTo>
                  <a:lnTo>
                    <a:pt x="67817" y="15240"/>
                  </a:lnTo>
                  <a:lnTo>
                    <a:pt x="63245" y="24257"/>
                  </a:lnTo>
                  <a:cubicBezTo>
                    <a:pt x="58546" y="21971"/>
                    <a:pt x="53466" y="20447"/>
                    <a:pt x="47751" y="20066"/>
                  </a:cubicBezTo>
                  <a:lnTo>
                    <a:pt x="48513" y="10033"/>
                  </a:lnTo>
                  <a:lnTo>
                    <a:pt x="49910" y="20066"/>
                  </a:lnTo>
                  <a:cubicBezTo>
                    <a:pt x="42544" y="21082"/>
                    <a:pt x="39623" y="21971"/>
                    <a:pt x="36575" y="23241"/>
                  </a:cubicBezTo>
                  <a:lnTo>
                    <a:pt x="32638" y="13970"/>
                  </a:lnTo>
                  <a:lnTo>
                    <a:pt x="37972" y="22606"/>
                  </a:lnTo>
                  <a:cubicBezTo>
                    <a:pt x="33019" y="25654"/>
                    <a:pt x="28574" y="29718"/>
                    <a:pt x="24891" y="34417"/>
                  </a:cubicBezTo>
                  <a:lnTo>
                    <a:pt x="16889" y="28194"/>
                  </a:lnTo>
                  <a:lnTo>
                    <a:pt x="25780" y="32893"/>
                  </a:lnTo>
                  <a:cubicBezTo>
                    <a:pt x="23239" y="37846"/>
                    <a:pt x="21080" y="44450"/>
                    <a:pt x="20064" y="51308"/>
                  </a:cubicBezTo>
                  <a:cubicBezTo>
                    <a:pt x="19302" y="56769"/>
                    <a:pt x="14095" y="60706"/>
                    <a:pt x="8634" y="59817"/>
                  </a:cubicBezTo>
                  <a:cubicBezTo>
                    <a:pt x="3173" y="58928"/>
                    <a:pt x="-764" y="53848"/>
                    <a:pt x="125" y="48387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347348" y="155193"/>
              <a:ext cx="81027" cy="20320"/>
            </a:xfrm>
            <a:custGeom>
              <a:avLst/>
              <a:gdLst/>
              <a:ahLst/>
              <a:cxnLst/>
              <a:rect l="l" t="t" r="r" b="b"/>
              <a:pathLst>
                <a:path w="81027" h="20320">
                  <a:moveTo>
                    <a:pt x="70994" y="20192"/>
                  </a:moveTo>
                  <a:lnTo>
                    <a:pt x="10160" y="20319"/>
                  </a:lnTo>
                  <a:cubicBezTo>
                    <a:pt x="4572" y="20319"/>
                    <a:pt x="0" y="15875"/>
                    <a:pt x="0" y="10287"/>
                  </a:cubicBezTo>
                  <a:cubicBezTo>
                    <a:pt x="0" y="4699"/>
                    <a:pt x="4445" y="127"/>
                    <a:pt x="10033" y="127"/>
                  </a:cubicBezTo>
                  <a:lnTo>
                    <a:pt x="70867" y="0"/>
                  </a:lnTo>
                  <a:cubicBezTo>
                    <a:pt x="76455" y="0"/>
                    <a:pt x="81027" y="4445"/>
                    <a:pt x="81027" y="10033"/>
                  </a:cubicBezTo>
                  <a:cubicBezTo>
                    <a:pt x="81027" y="15621"/>
                    <a:pt x="76582" y="20192"/>
                    <a:pt x="70994" y="2019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408285" y="155182"/>
              <a:ext cx="43100" cy="383813"/>
            </a:xfrm>
            <a:custGeom>
              <a:avLst/>
              <a:gdLst/>
              <a:ahLst/>
              <a:cxnLst/>
              <a:rect l="l" t="t" r="r" b="b"/>
              <a:pathLst>
                <a:path w="43100" h="383813">
                  <a:moveTo>
                    <a:pt x="22884" y="374403"/>
                  </a:moveTo>
                  <a:lnTo>
                    <a:pt x="24" y="10679"/>
                  </a:lnTo>
                  <a:cubicBezTo>
                    <a:pt x="-357" y="5091"/>
                    <a:pt x="3961" y="265"/>
                    <a:pt x="9422" y="11"/>
                  </a:cubicBezTo>
                  <a:cubicBezTo>
                    <a:pt x="14883" y="-243"/>
                    <a:pt x="19836" y="3948"/>
                    <a:pt x="20090" y="9409"/>
                  </a:cubicBezTo>
                  <a:lnTo>
                    <a:pt x="43077" y="373133"/>
                  </a:lnTo>
                  <a:cubicBezTo>
                    <a:pt x="43458" y="378721"/>
                    <a:pt x="39140" y="383547"/>
                    <a:pt x="33679" y="383801"/>
                  </a:cubicBezTo>
                  <a:cubicBezTo>
                    <a:pt x="28218" y="384055"/>
                    <a:pt x="23265" y="379864"/>
                    <a:pt x="23011" y="37440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4517" y="518790"/>
              <a:ext cx="386845" cy="20320"/>
            </a:xfrm>
            <a:custGeom>
              <a:avLst/>
              <a:gdLst/>
              <a:ahLst/>
              <a:cxnLst/>
              <a:rect l="l" t="t" r="r" b="b"/>
              <a:pathLst>
                <a:path w="386845" h="20320">
                  <a:moveTo>
                    <a:pt x="376812" y="20193"/>
                  </a:moveTo>
                  <a:lnTo>
                    <a:pt x="10160" y="20320"/>
                  </a:lnTo>
                  <a:cubicBezTo>
                    <a:pt x="4572" y="20320"/>
                    <a:pt x="0" y="15748"/>
                    <a:pt x="0" y="10287"/>
                  </a:cubicBezTo>
                  <a:cubicBezTo>
                    <a:pt x="0" y="4826"/>
                    <a:pt x="4572" y="127"/>
                    <a:pt x="10033" y="127"/>
                  </a:cubicBezTo>
                  <a:lnTo>
                    <a:pt x="376685" y="0"/>
                  </a:lnTo>
                  <a:cubicBezTo>
                    <a:pt x="382273" y="0"/>
                    <a:pt x="386845" y="4572"/>
                    <a:pt x="386845" y="10033"/>
                  </a:cubicBezTo>
                  <a:cubicBezTo>
                    <a:pt x="386845" y="15494"/>
                    <a:pt x="382273" y="20193"/>
                    <a:pt x="376812" y="2019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63501" y="244854"/>
              <a:ext cx="21209" cy="294256"/>
            </a:xfrm>
            <a:custGeom>
              <a:avLst/>
              <a:gdLst/>
              <a:ahLst/>
              <a:cxnLst/>
              <a:rect l="l" t="t" r="r" b="b"/>
              <a:pathLst>
                <a:path w="21209" h="294256">
                  <a:moveTo>
                    <a:pt x="1016" y="284223"/>
                  </a:moveTo>
                  <a:lnTo>
                    <a:pt x="0" y="10160"/>
                  </a:lnTo>
                  <a:cubicBezTo>
                    <a:pt x="0" y="4572"/>
                    <a:pt x="4445" y="0"/>
                    <a:pt x="10033" y="0"/>
                  </a:cubicBezTo>
                  <a:cubicBezTo>
                    <a:pt x="15621" y="0"/>
                    <a:pt x="20193" y="4445"/>
                    <a:pt x="20193" y="10033"/>
                  </a:cubicBezTo>
                  <a:lnTo>
                    <a:pt x="21209" y="284096"/>
                  </a:lnTo>
                  <a:cubicBezTo>
                    <a:pt x="21209" y="289684"/>
                    <a:pt x="16764" y="294256"/>
                    <a:pt x="11176" y="294256"/>
                  </a:cubicBezTo>
                  <a:cubicBezTo>
                    <a:pt x="5588" y="294256"/>
                    <a:pt x="1016" y="289811"/>
                    <a:pt x="1016" y="28422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3535" y="244761"/>
              <a:ext cx="163636" cy="111945"/>
            </a:xfrm>
            <a:custGeom>
              <a:avLst/>
              <a:gdLst/>
              <a:ahLst/>
              <a:cxnLst/>
              <a:rect l="l" t="t" r="r" b="b"/>
              <a:pathLst>
                <a:path w="163636" h="111945">
                  <a:moveTo>
                    <a:pt x="148049" y="110328"/>
                  </a:moveTo>
                  <a:lnTo>
                    <a:pt x="4665" y="18635"/>
                  </a:lnTo>
                  <a:cubicBezTo>
                    <a:pt x="-34" y="15587"/>
                    <a:pt x="-1431" y="9364"/>
                    <a:pt x="1617" y="4665"/>
                  </a:cubicBezTo>
                  <a:cubicBezTo>
                    <a:pt x="4665" y="-34"/>
                    <a:pt x="10888" y="-1431"/>
                    <a:pt x="15587" y="1617"/>
                  </a:cubicBezTo>
                  <a:lnTo>
                    <a:pt x="158971" y="93310"/>
                  </a:lnTo>
                  <a:cubicBezTo>
                    <a:pt x="163670" y="96358"/>
                    <a:pt x="165067" y="102581"/>
                    <a:pt x="162019" y="107280"/>
                  </a:cubicBezTo>
                  <a:cubicBezTo>
                    <a:pt x="158971" y="111979"/>
                    <a:pt x="152748" y="113376"/>
                    <a:pt x="148049" y="110328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206885" y="244727"/>
              <a:ext cx="20320" cy="111886"/>
            </a:xfrm>
            <a:custGeom>
              <a:avLst/>
              <a:gdLst/>
              <a:ahLst/>
              <a:cxnLst/>
              <a:rect l="l" t="t" r="r" b="b"/>
              <a:pathLst>
                <a:path w="20320" h="111886">
                  <a:moveTo>
                    <a:pt x="20320" y="10160"/>
                  </a:moveTo>
                  <a:lnTo>
                    <a:pt x="20193" y="101853"/>
                  </a:lnTo>
                  <a:cubicBezTo>
                    <a:pt x="20193" y="107441"/>
                    <a:pt x="15621" y="111886"/>
                    <a:pt x="10033" y="111886"/>
                  </a:cubicBezTo>
                  <a:cubicBezTo>
                    <a:pt x="4445" y="111886"/>
                    <a:pt x="0" y="107314"/>
                    <a:pt x="0" y="101726"/>
                  </a:cubicBezTo>
                  <a:lnTo>
                    <a:pt x="127" y="10033"/>
                  </a:lnTo>
                  <a:cubicBezTo>
                    <a:pt x="127" y="4445"/>
                    <a:pt x="4699" y="0"/>
                    <a:pt x="10287" y="0"/>
                  </a:cubicBezTo>
                  <a:cubicBezTo>
                    <a:pt x="15875" y="0"/>
                    <a:pt x="20320" y="4572"/>
                    <a:pt x="20320" y="1016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07012" y="244696"/>
              <a:ext cx="148972" cy="100899"/>
            </a:xfrm>
            <a:custGeom>
              <a:avLst/>
              <a:gdLst/>
              <a:ahLst/>
              <a:cxnLst/>
              <a:rect l="l" t="t" r="r" b="b"/>
              <a:pathLst>
                <a:path w="148972" h="100899">
                  <a:moveTo>
                    <a:pt x="133605" y="99471"/>
                  </a:moveTo>
                  <a:lnTo>
                    <a:pt x="4699" y="18700"/>
                  </a:lnTo>
                  <a:cubicBezTo>
                    <a:pt x="0" y="15779"/>
                    <a:pt x="-1397" y="9556"/>
                    <a:pt x="1524" y="4730"/>
                  </a:cubicBezTo>
                  <a:cubicBezTo>
                    <a:pt x="4445" y="-96"/>
                    <a:pt x="10668" y="-1366"/>
                    <a:pt x="15494" y="1555"/>
                  </a:cubicBezTo>
                  <a:lnTo>
                    <a:pt x="144273" y="82199"/>
                  </a:lnTo>
                  <a:cubicBezTo>
                    <a:pt x="148972" y="85120"/>
                    <a:pt x="150369" y="91343"/>
                    <a:pt x="147448" y="96169"/>
                  </a:cubicBezTo>
                  <a:cubicBezTo>
                    <a:pt x="144527" y="100995"/>
                    <a:pt x="138304" y="102265"/>
                    <a:pt x="133478" y="99344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335767" y="155296"/>
              <a:ext cx="31798" cy="190419"/>
            </a:xfrm>
            <a:custGeom>
              <a:avLst/>
              <a:gdLst/>
              <a:ahLst/>
              <a:cxnLst/>
              <a:rect l="l" t="t" r="r" b="b"/>
              <a:pathLst>
                <a:path w="31798" h="190419">
                  <a:moveTo>
                    <a:pt x="31774" y="10819"/>
                  </a:moveTo>
                  <a:lnTo>
                    <a:pt x="20217" y="180997"/>
                  </a:lnTo>
                  <a:cubicBezTo>
                    <a:pt x="19836" y="186585"/>
                    <a:pt x="15010" y="190776"/>
                    <a:pt x="9422" y="190395"/>
                  </a:cubicBezTo>
                  <a:cubicBezTo>
                    <a:pt x="3834" y="190014"/>
                    <a:pt x="-357" y="185188"/>
                    <a:pt x="24" y="179600"/>
                  </a:cubicBezTo>
                  <a:lnTo>
                    <a:pt x="11581" y="9422"/>
                  </a:lnTo>
                  <a:cubicBezTo>
                    <a:pt x="11962" y="3834"/>
                    <a:pt x="16788" y="-357"/>
                    <a:pt x="22376" y="24"/>
                  </a:cubicBezTo>
                  <a:cubicBezTo>
                    <a:pt x="27964" y="405"/>
                    <a:pt x="32155" y="5231"/>
                    <a:pt x="31774" y="10819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75415" y="103377"/>
              <a:ext cx="20447" cy="71754"/>
            </a:xfrm>
            <a:custGeom>
              <a:avLst/>
              <a:gdLst/>
              <a:ahLst/>
              <a:cxnLst/>
              <a:rect l="l" t="t" r="r" b="b"/>
              <a:pathLst>
                <a:path w="20447" h="71754">
                  <a:moveTo>
                    <a:pt x="0" y="61595"/>
                  </a:moveTo>
                  <a:lnTo>
                    <a:pt x="254" y="10033"/>
                  </a:lnTo>
                  <a:cubicBezTo>
                    <a:pt x="254" y="4445"/>
                    <a:pt x="4826" y="0"/>
                    <a:pt x="10414" y="0"/>
                  </a:cubicBezTo>
                  <a:cubicBezTo>
                    <a:pt x="16002" y="0"/>
                    <a:pt x="20447" y="4572"/>
                    <a:pt x="20447" y="10160"/>
                  </a:cubicBezTo>
                  <a:lnTo>
                    <a:pt x="20193" y="61722"/>
                  </a:lnTo>
                  <a:cubicBezTo>
                    <a:pt x="20193" y="67309"/>
                    <a:pt x="15621" y="71754"/>
                    <a:pt x="10033" y="71754"/>
                  </a:cubicBezTo>
                  <a:cubicBezTo>
                    <a:pt x="4445" y="71754"/>
                    <a:pt x="0" y="67183"/>
                    <a:pt x="0" y="61595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449457" y="99821"/>
              <a:ext cx="20320" cy="51943"/>
            </a:xfrm>
            <a:custGeom>
              <a:avLst/>
              <a:gdLst/>
              <a:ahLst/>
              <a:cxnLst/>
              <a:rect l="l" t="t" r="r" b="b"/>
              <a:pathLst>
                <a:path w="20320" h="51943">
                  <a:moveTo>
                    <a:pt x="20193" y="10033"/>
                  </a:moveTo>
                  <a:lnTo>
                    <a:pt x="20320" y="41783"/>
                  </a:lnTo>
                  <a:cubicBezTo>
                    <a:pt x="20320" y="47371"/>
                    <a:pt x="15875" y="51943"/>
                    <a:pt x="10287" y="51943"/>
                  </a:cubicBezTo>
                  <a:cubicBezTo>
                    <a:pt x="4699" y="51943"/>
                    <a:pt x="127" y="47498"/>
                    <a:pt x="127" y="41910"/>
                  </a:cubicBezTo>
                  <a:lnTo>
                    <a:pt x="0" y="10160"/>
                  </a:lnTo>
                  <a:cubicBezTo>
                    <a:pt x="0" y="4572"/>
                    <a:pt x="4445" y="0"/>
                    <a:pt x="10033" y="0"/>
                  </a:cubicBezTo>
                  <a:cubicBezTo>
                    <a:pt x="15621" y="0"/>
                    <a:pt x="20193" y="4445"/>
                    <a:pt x="20193" y="1003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26366" y="393951"/>
              <a:ext cx="62485" cy="20320"/>
            </a:xfrm>
            <a:custGeom>
              <a:avLst/>
              <a:gdLst/>
              <a:ahLst/>
              <a:cxnLst/>
              <a:rect l="l" t="t" r="r" b="b"/>
              <a:pathLst>
                <a:path w="62485" h="20320">
                  <a:moveTo>
                    <a:pt x="52325" y="20319"/>
                  </a:moveTo>
                  <a:lnTo>
                    <a:pt x="10160" y="20319"/>
                  </a:lnTo>
                  <a:cubicBezTo>
                    <a:pt x="4572" y="20319"/>
                    <a:pt x="0" y="15747"/>
                    <a:pt x="0" y="10159"/>
                  </a:cubicBezTo>
                  <a:cubicBezTo>
                    <a:pt x="0" y="4571"/>
                    <a:pt x="4572" y="0"/>
                    <a:pt x="10160" y="0"/>
                  </a:cubicBezTo>
                  <a:lnTo>
                    <a:pt x="52325" y="0"/>
                  </a:lnTo>
                  <a:cubicBezTo>
                    <a:pt x="57913" y="0"/>
                    <a:pt x="62485" y="4571"/>
                    <a:pt x="62485" y="10159"/>
                  </a:cubicBezTo>
                  <a:cubicBezTo>
                    <a:pt x="62485" y="15747"/>
                    <a:pt x="57913" y="20319"/>
                    <a:pt x="52325" y="20319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168530" y="394078"/>
              <a:ext cx="20193" cy="63372"/>
            </a:xfrm>
            <a:custGeom>
              <a:avLst/>
              <a:gdLst/>
              <a:ahLst/>
              <a:cxnLst/>
              <a:rect l="l" t="t" r="r" b="b"/>
              <a:pathLst>
                <a:path w="20193" h="63372">
                  <a:moveTo>
                    <a:pt x="20194" y="10032"/>
                  </a:moveTo>
                  <a:lnTo>
                    <a:pt x="20194" y="53212"/>
                  </a:lnTo>
                  <a:cubicBezTo>
                    <a:pt x="20194" y="58800"/>
                    <a:pt x="15622" y="63372"/>
                    <a:pt x="10161" y="63372"/>
                  </a:cubicBezTo>
                  <a:cubicBezTo>
                    <a:pt x="4700" y="63372"/>
                    <a:pt x="0" y="58800"/>
                    <a:pt x="0" y="53339"/>
                  </a:cubicBezTo>
                  <a:lnTo>
                    <a:pt x="0" y="10159"/>
                  </a:lnTo>
                  <a:cubicBezTo>
                    <a:pt x="0" y="4571"/>
                    <a:pt x="4573" y="0"/>
                    <a:pt x="10034" y="0"/>
                  </a:cubicBezTo>
                  <a:cubicBezTo>
                    <a:pt x="15495" y="0"/>
                    <a:pt x="20194" y="4571"/>
                    <a:pt x="20194" y="1003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26620" y="436876"/>
              <a:ext cx="62104" cy="20574"/>
            </a:xfrm>
            <a:custGeom>
              <a:avLst/>
              <a:gdLst/>
              <a:ahLst/>
              <a:cxnLst/>
              <a:rect l="l" t="t" r="r" b="b"/>
              <a:pathLst>
                <a:path w="62104" h="20574">
                  <a:moveTo>
                    <a:pt x="51944" y="20574"/>
                  </a:moveTo>
                  <a:lnTo>
                    <a:pt x="10033" y="20193"/>
                  </a:lnTo>
                  <a:cubicBezTo>
                    <a:pt x="4445" y="20193"/>
                    <a:pt x="0" y="15621"/>
                    <a:pt x="0" y="10033"/>
                  </a:cubicBezTo>
                  <a:cubicBezTo>
                    <a:pt x="0" y="4445"/>
                    <a:pt x="4572" y="0"/>
                    <a:pt x="10160" y="0"/>
                  </a:cubicBezTo>
                  <a:lnTo>
                    <a:pt x="52071" y="381"/>
                  </a:lnTo>
                  <a:cubicBezTo>
                    <a:pt x="57659" y="381"/>
                    <a:pt x="62104" y="4953"/>
                    <a:pt x="62104" y="10541"/>
                  </a:cubicBezTo>
                  <a:cubicBezTo>
                    <a:pt x="62104" y="16129"/>
                    <a:pt x="57532" y="20574"/>
                    <a:pt x="51944" y="20574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126366" y="394078"/>
              <a:ext cx="20447" cy="62991"/>
            </a:xfrm>
            <a:custGeom>
              <a:avLst/>
              <a:gdLst/>
              <a:ahLst/>
              <a:cxnLst/>
              <a:rect l="l" t="t" r="r" b="b"/>
              <a:pathLst>
                <a:path w="20447" h="62991">
                  <a:moveTo>
                    <a:pt x="254" y="52958"/>
                  </a:moveTo>
                  <a:lnTo>
                    <a:pt x="0" y="10159"/>
                  </a:lnTo>
                  <a:cubicBezTo>
                    <a:pt x="0" y="4572"/>
                    <a:pt x="4445" y="0"/>
                    <a:pt x="10033" y="0"/>
                  </a:cubicBezTo>
                  <a:cubicBezTo>
                    <a:pt x="15621" y="0"/>
                    <a:pt x="20193" y="4445"/>
                    <a:pt x="20193" y="10032"/>
                  </a:cubicBezTo>
                  <a:lnTo>
                    <a:pt x="20447" y="52831"/>
                  </a:lnTo>
                  <a:cubicBezTo>
                    <a:pt x="20447" y="58419"/>
                    <a:pt x="16002" y="62991"/>
                    <a:pt x="10414" y="62991"/>
                  </a:cubicBezTo>
                  <a:cubicBezTo>
                    <a:pt x="4826" y="62991"/>
                    <a:pt x="254" y="58546"/>
                    <a:pt x="254" y="52958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326266" y="393570"/>
              <a:ext cx="61977" cy="20701"/>
            </a:xfrm>
            <a:custGeom>
              <a:avLst/>
              <a:gdLst/>
              <a:ahLst/>
              <a:cxnLst/>
              <a:rect l="l" t="t" r="r" b="b"/>
              <a:pathLst>
                <a:path w="61977" h="20701">
                  <a:moveTo>
                    <a:pt x="51816" y="20700"/>
                  </a:moveTo>
                  <a:lnTo>
                    <a:pt x="10033" y="20192"/>
                  </a:lnTo>
                  <a:cubicBezTo>
                    <a:pt x="4445" y="20192"/>
                    <a:pt x="0" y="15620"/>
                    <a:pt x="0" y="10032"/>
                  </a:cubicBezTo>
                  <a:cubicBezTo>
                    <a:pt x="0" y="4444"/>
                    <a:pt x="4572" y="0"/>
                    <a:pt x="10160" y="0"/>
                  </a:cubicBezTo>
                  <a:lnTo>
                    <a:pt x="51943" y="508"/>
                  </a:lnTo>
                  <a:cubicBezTo>
                    <a:pt x="57531" y="508"/>
                    <a:pt x="61976" y="5079"/>
                    <a:pt x="61976" y="10667"/>
                  </a:cubicBezTo>
                  <a:cubicBezTo>
                    <a:pt x="61976" y="16255"/>
                    <a:pt x="57404" y="20700"/>
                    <a:pt x="51816" y="2070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368176" y="394078"/>
              <a:ext cx="20193" cy="62864"/>
            </a:xfrm>
            <a:custGeom>
              <a:avLst/>
              <a:gdLst/>
              <a:ahLst/>
              <a:cxnLst/>
              <a:rect l="l" t="t" r="r" b="b"/>
              <a:pathLst>
                <a:path w="20193" h="62864">
                  <a:moveTo>
                    <a:pt x="0" y="52704"/>
                  </a:moveTo>
                  <a:lnTo>
                    <a:pt x="0" y="10032"/>
                  </a:lnTo>
                  <a:cubicBezTo>
                    <a:pt x="0" y="4445"/>
                    <a:pt x="4572" y="0"/>
                    <a:pt x="10160" y="0"/>
                  </a:cubicBezTo>
                  <a:cubicBezTo>
                    <a:pt x="15748" y="0"/>
                    <a:pt x="20193" y="4572"/>
                    <a:pt x="20193" y="10159"/>
                  </a:cubicBezTo>
                  <a:lnTo>
                    <a:pt x="20193" y="52831"/>
                  </a:lnTo>
                  <a:cubicBezTo>
                    <a:pt x="20193" y="58419"/>
                    <a:pt x="15621" y="62864"/>
                    <a:pt x="10033" y="62864"/>
                  </a:cubicBezTo>
                  <a:cubicBezTo>
                    <a:pt x="4445" y="62864"/>
                    <a:pt x="0" y="58292"/>
                    <a:pt x="0" y="52704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26263" y="436747"/>
              <a:ext cx="61982" cy="20833"/>
            </a:xfrm>
            <a:custGeom>
              <a:avLst/>
              <a:gdLst/>
              <a:ahLst/>
              <a:cxnLst/>
              <a:rect l="l" t="t" r="r" b="b"/>
              <a:pathLst>
                <a:path w="61982" h="20833">
                  <a:moveTo>
                    <a:pt x="52073" y="20195"/>
                  </a:moveTo>
                  <a:lnTo>
                    <a:pt x="10290" y="20830"/>
                  </a:lnTo>
                  <a:cubicBezTo>
                    <a:pt x="4702" y="20957"/>
                    <a:pt x="130" y="16512"/>
                    <a:pt x="3" y="10924"/>
                  </a:cubicBezTo>
                  <a:cubicBezTo>
                    <a:pt x="-124" y="5336"/>
                    <a:pt x="4321" y="764"/>
                    <a:pt x="9909" y="637"/>
                  </a:cubicBezTo>
                  <a:lnTo>
                    <a:pt x="51692" y="2"/>
                  </a:lnTo>
                  <a:cubicBezTo>
                    <a:pt x="57280" y="-125"/>
                    <a:pt x="61852" y="4320"/>
                    <a:pt x="61979" y="9908"/>
                  </a:cubicBezTo>
                  <a:cubicBezTo>
                    <a:pt x="62106" y="15496"/>
                    <a:pt x="57661" y="20068"/>
                    <a:pt x="52073" y="20195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26390" y="393567"/>
              <a:ext cx="20198" cy="64013"/>
            </a:xfrm>
            <a:custGeom>
              <a:avLst/>
              <a:gdLst/>
              <a:ahLst/>
              <a:cxnLst/>
              <a:rect l="l" t="t" r="r" b="b"/>
              <a:pathLst>
                <a:path w="20198" h="64013">
                  <a:moveTo>
                    <a:pt x="20196" y="10162"/>
                  </a:moveTo>
                  <a:lnTo>
                    <a:pt x="20196" y="53977"/>
                  </a:lnTo>
                  <a:cubicBezTo>
                    <a:pt x="20196" y="59565"/>
                    <a:pt x="15624" y="64137"/>
                    <a:pt x="10036" y="64010"/>
                  </a:cubicBezTo>
                  <a:cubicBezTo>
                    <a:pt x="4448" y="63883"/>
                    <a:pt x="-124" y="59438"/>
                    <a:pt x="3" y="53850"/>
                  </a:cubicBezTo>
                  <a:lnTo>
                    <a:pt x="3" y="10035"/>
                  </a:lnTo>
                  <a:cubicBezTo>
                    <a:pt x="3" y="4447"/>
                    <a:pt x="4575" y="-124"/>
                    <a:pt x="10163" y="3"/>
                  </a:cubicBezTo>
                  <a:cubicBezTo>
                    <a:pt x="15751" y="130"/>
                    <a:pt x="20323" y="4574"/>
                    <a:pt x="20196" y="1016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226697" y="393697"/>
              <a:ext cx="61469" cy="20447"/>
            </a:xfrm>
            <a:custGeom>
              <a:avLst/>
              <a:gdLst/>
              <a:ahLst/>
              <a:cxnLst/>
              <a:rect l="l" t="t" r="r" b="b"/>
              <a:pathLst>
                <a:path w="61469" h="20447">
                  <a:moveTo>
                    <a:pt x="51308" y="20446"/>
                  </a:moveTo>
                  <a:lnTo>
                    <a:pt x="10033" y="20192"/>
                  </a:lnTo>
                  <a:cubicBezTo>
                    <a:pt x="4445" y="20192"/>
                    <a:pt x="0" y="15620"/>
                    <a:pt x="0" y="10032"/>
                  </a:cubicBezTo>
                  <a:cubicBezTo>
                    <a:pt x="0" y="4444"/>
                    <a:pt x="4572" y="0"/>
                    <a:pt x="10160" y="0"/>
                  </a:cubicBezTo>
                  <a:lnTo>
                    <a:pt x="51435" y="254"/>
                  </a:lnTo>
                  <a:cubicBezTo>
                    <a:pt x="57023" y="254"/>
                    <a:pt x="61469" y="4826"/>
                    <a:pt x="61469" y="10413"/>
                  </a:cubicBezTo>
                  <a:cubicBezTo>
                    <a:pt x="61469" y="16001"/>
                    <a:pt x="56896" y="20446"/>
                    <a:pt x="51308" y="20446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67970" y="393948"/>
              <a:ext cx="21087" cy="64013"/>
            </a:xfrm>
            <a:custGeom>
              <a:avLst/>
              <a:gdLst/>
              <a:ahLst/>
              <a:cxnLst/>
              <a:rect l="l" t="t" r="r" b="b"/>
              <a:pathLst>
                <a:path w="21087" h="64013">
                  <a:moveTo>
                    <a:pt x="891" y="54104"/>
                  </a:moveTo>
                  <a:lnTo>
                    <a:pt x="2" y="10289"/>
                  </a:lnTo>
                  <a:cubicBezTo>
                    <a:pt x="-125" y="4701"/>
                    <a:pt x="4320" y="130"/>
                    <a:pt x="9908" y="3"/>
                  </a:cubicBezTo>
                  <a:cubicBezTo>
                    <a:pt x="15496" y="-124"/>
                    <a:pt x="20069" y="4320"/>
                    <a:pt x="20196" y="9908"/>
                  </a:cubicBezTo>
                  <a:lnTo>
                    <a:pt x="21085" y="53723"/>
                  </a:lnTo>
                  <a:cubicBezTo>
                    <a:pt x="21212" y="59311"/>
                    <a:pt x="16766" y="63883"/>
                    <a:pt x="11178" y="64010"/>
                  </a:cubicBezTo>
                  <a:cubicBezTo>
                    <a:pt x="5590" y="64137"/>
                    <a:pt x="1018" y="59692"/>
                    <a:pt x="891" y="54104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26440" y="436874"/>
              <a:ext cx="62617" cy="21087"/>
            </a:xfrm>
            <a:custGeom>
              <a:avLst/>
              <a:gdLst/>
              <a:ahLst/>
              <a:cxnLst/>
              <a:rect l="l" t="t" r="r" b="b"/>
              <a:pathLst>
                <a:path w="62617" h="21087">
                  <a:moveTo>
                    <a:pt x="52327" y="21084"/>
                  </a:moveTo>
                  <a:lnTo>
                    <a:pt x="9909" y="20195"/>
                  </a:lnTo>
                  <a:cubicBezTo>
                    <a:pt x="4321" y="20068"/>
                    <a:pt x="-124" y="15496"/>
                    <a:pt x="3" y="9908"/>
                  </a:cubicBezTo>
                  <a:cubicBezTo>
                    <a:pt x="130" y="4320"/>
                    <a:pt x="4702" y="-125"/>
                    <a:pt x="10290" y="2"/>
                  </a:cubicBezTo>
                  <a:lnTo>
                    <a:pt x="52708" y="891"/>
                  </a:lnTo>
                  <a:cubicBezTo>
                    <a:pt x="58296" y="1018"/>
                    <a:pt x="62742" y="5590"/>
                    <a:pt x="62615" y="11178"/>
                  </a:cubicBezTo>
                  <a:cubicBezTo>
                    <a:pt x="62488" y="16766"/>
                    <a:pt x="57916" y="21211"/>
                    <a:pt x="52327" y="21084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26443" y="393697"/>
              <a:ext cx="20447" cy="63245"/>
            </a:xfrm>
            <a:custGeom>
              <a:avLst/>
              <a:gdLst/>
              <a:ahLst/>
              <a:cxnLst/>
              <a:rect l="l" t="t" r="r" b="b"/>
              <a:pathLst>
                <a:path w="20447" h="63245">
                  <a:moveTo>
                    <a:pt x="20447" y="10159"/>
                  </a:moveTo>
                  <a:lnTo>
                    <a:pt x="20193" y="53212"/>
                  </a:lnTo>
                  <a:cubicBezTo>
                    <a:pt x="20193" y="58800"/>
                    <a:pt x="15621" y="63245"/>
                    <a:pt x="10033" y="63245"/>
                  </a:cubicBezTo>
                  <a:cubicBezTo>
                    <a:pt x="4445" y="63245"/>
                    <a:pt x="0" y="58673"/>
                    <a:pt x="0" y="53085"/>
                  </a:cubicBezTo>
                  <a:lnTo>
                    <a:pt x="254" y="10032"/>
                  </a:lnTo>
                  <a:cubicBezTo>
                    <a:pt x="254" y="4444"/>
                    <a:pt x="4826" y="0"/>
                    <a:pt x="10414" y="0"/>
                  </a:cubicBezTo>
                  <a:cubicBezTo>
                    <a:pt x="16002" y="0"/>
                    <a:pt x="20447" y="4571"/>
                    <a:pt x="20447" y="10159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2909061" y="6357635"/>
            <a:ext cx="868479" cy="680111"/>
            <a:chOff x="0" y="0"/>
            <a:chExt cx="602602" cy="471907"/>
          </a:xfrm>
        </p:grpSpPr>
        <p:sp>
          <p:nvSpPr>
            <p:cNvPr id="37" name="Freeform 37"/>
            <p:cNvSpPr/>
            <p:nvPr/>
          </p:nvSpPr>
          <p:spPr>
            <a:xfrm>
              <a:off x="391039" y="83154"/>
              <a:ext cx="86374" cy="56790"/>
            </a:xfrm>
            <a:custGeom>
              <a:avLst/>
              <a:gdLst/>
              <a:ahLst/>
              <a:cxnLst/>
              <a:rect l="l" t="t" r="r" b="b"/>
              <a:pathLst>
                <a:path w="86374" h="56790">
                  <a:moveTo>
                    <a:pt x="76825" y="56418"/>
                  </a:moveTo>
                  <a:cubicBezTo>
                    <a:pt x="62982" y="57307"/>
                    <a:pt x="57775" y="56672"/>
                    <a:pt x="50790" y="53751"/>
                  </a:cubicBezTo>
                  <a:cubicBezTo>
                    <a:pt x="50282" y="53497"/>
                    <a:pt x="49774" y="53370"/>
                    <a:pt x="49393" y="52989"/>
                  </a:cubicBezTo>
                  <a:cubicBezTo>
                    <a:pt x="43678" y="49560"/>
                    <a:pt x="38090" y="45496"/>
                    <a:pt x="3800" y="18064"/>
                  </a:cubicBezTo>
                  <a:cubicBezTo>
                    <a:pt x="-518" y="14635"/>
                    <a:pt x="-1280" y="8285"/>
                    <a:pt x="2149" y="3840"/>
                  </a:cubicBezTo>
                  <a:cubicBezTo>
                    <a:pt x="5578" y="-605"/>
                    <a:pt x="11928" y="-1240"/>
                    <a:pt x="16373" y="2189"/>
                  </a:cubicBezTo>
                  <a:cubicBezTo>
                    <a:pt x="51298" y="30002"/>
                    <a:pt x="55489" y="32923"/>
                    <a:pt x="59807" y="35463"/>
                  </a:cubicBezTo>
                  <a:lnTo>
                    <a:pt x="54600" y="44099"/>
                  </a:lnTo>
                  <a:lnTo>
                    <a:pt x="58283" y="34701"/>
                  </a:lnTo>
                  <a:cubicBezTo>
                    <a:pt x="61458" y="35971"/>
                    <a:pt x="63236" y="36733"/>
                    <a:pt x="75555" y="35971"/>
                  </a:cubicBezTo>
                  <a:cubicBezTo>
                    <a:pt x="81143" y="35590"/>
                    <a:pt x="85969" y="39781"/>
                    <a:pt x="86350" y="45369"/>
                  </a:cubicBezTo>
                  <a:cubicBezTo>
                    <a:pt x="86731" y="50957"/>
                    <a:pt x="82540" y="55783"/>
                    <a:pt x="76952" y="56164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133680" y="84200"/>
              <a:ext cx="160196" cy="76686"/>
            </a:xfrm>
            <a:custGeom>
              <a:avLst/>
              <a:gdLst/>
              <a:ahLst/>
              <a:cxnLst/>
              <a:rect l="l" t="t" r="r" b="b"/>
              <a:pathLst>
                <a:path w="160196" h="76686">
                  <a:moveTo>
                    <a:pt x="150289" y="20193"/>
                  </a:moveTo>
                  <a:cubicBezTo>
                    <a:pt x="124636" y="20320"/>
                    <a:pt x="111809" y="20828"/>
                    <a:pt x="104316" y="21971"/>
                  </a:cubicBezTo>
                  <a:lnTo>
                    <a:pt x="102665" y="12065"/>
                  </a:lnTo>
                  <a:lnTo>
                    <a:pt x="105840" y="21590"/>
                  </a:lnTo>
                  <a:cubicBezTo>
                    <a:pt x="97712" y="24257"/>
                    <a:pt x="85774" y="30099"/>
                    <a:pt x="63168" y="43815"/>
                  </a:cubicBezTo>
                  <a:lnTo>
                    <a:pt x="57961" y="35179"/>
                  </a:lnTo>
                  <a:lnTo>
                    <a:pt x="63422" y="43688"/>
                  </a:lnTo>
                  <a:cubicBezTo>
                    <a:pt x="47674" y="53721"/>
                    <a:pt x="31799" y="64135"/>
                    <a:pt x="15671" y="74930"/>
                  </a:cubicBezTo>
                  <a:cubicBezTo>
                    <a:pt x="11099" y="78105"/>
                    <a:pt x="4749" y="76835"/>
                    <a:pt x="1701" y="72263"/>
                  </a:cubicBezTo>
                  <a:cubicBezTo>
                    <a:pt x="-1347" y="67691"/>
                    <a:pt x="-204" y="61341"/>
                    <a:pt x="4368" y="58293"/>
                  </a:cubicBezTo>
                  <a:cubicBezTo>
                    <a:pt x="20624" y="47371"/>
                    <a:pt x="36752" y="36830"/>
                    <a:pt x="52627" y="26670"/>
                  </a:cubicBezTo>
                  <a:cubicBezTo>
                    <a:pt x="52627" y="26670"/>
                    <a:pt x="52754" y="26543"/>
                    <a:pt x="52754" y="26543"/>
                  </a:cubicBezTo>
                  <a:cubicBezTo>
                    <a:pt x="75487" y="12827"/>
                    <a:pt x="89076" y="5969"/>
                    <a:pt x="99490" y="2413"/>
                  </a:cubicBezTo>
                  <a:cubicBezTo>
                    <a:pt x="99998" y="2286"/>
                    <a:pt x="100506" y="2159"/>
                    <a:pt x="101014" y="2032"/>
                  </a:cubicBezTo>
                  <a:cubicBezTo>
                    <a:pt x="110285" y="508"/>
                    <a:pt x="124763" y="0"/>
                    <a:pt x="150035" y="0"/>
                  </a:cubicBezTo>
                  <a:cubicBezTo>
                    <a:pt x="155623" y="0"/>
                    <a:pt x="160195" y="4445"/>
                    <a:pt x="160195" y="10033"/>
                  </a:cubicBezTo>
                  <a:cubicBezTo>
                    <a:pt x="160195" y="15621"/>
                    <a:pt x="155750" y="20193"/>
                    <a:pt x="150162" y="2019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398844" y="245430"/>
              <a:ext cx="47276" cy="64293"/>
            </a:xfrm>
            <a:custGeom>
              <a:avLst/>
              <a:gdLst/>
              <a:ahLst/>
              <a:cxnLst/>
              <a:rect l="l" t="t" r="r" b="b"/>
              <a:pathLst>
                <a:path w="47276" h="64293">
                  <a:moveTo>
                    <a:pt x="27110" y="55939"/>
                  </a:moveTo>
                  <a:cubicBezTo>
                    <a:pt x="25840" y="47049"/>
                    <a:pt x="24824" y="44255"/>
                    <a:pt x="23554" y="41715"/>
                  </a:cubicBezTo>
                  <a:lnTo>
                    <a:pt x="32571" y="37143"/>
                  </a:lnTo>
                  <a:lnTo>
                    <a:pt x="24570" y="43239"/>
                  </a:lnTo>
                  <a:cubicBezTo>
                    <a:pt x="20506" y="37905"/>
                    <a:pt x="13140" y="29142"/>
                    <a:pt x="2472" y="16696"/>
                  </a:cubicBezTo>
                  <a:cubicBezTo>
                    <a:pt x="-1211" y="12505"/>
                    <a:pt x="-703" y="6155"/>
                    <a:pt x="3488" y="2472"/>
                  </a:cubicBezTo>
                  <a:cubicBezTo>
                    <a:pt x="7679" y="-1211"/>
                    <a:pt x="14029" y="-703"/>
                    <a:pt x="17712" y="3488"/>
                  </a:cubicBezTo>
                  <a:cubicBezTo>
                    <a:pt x="28507" y="15934"/>
                    <a:pt x="36254" y="25078"/>
                    <a:pt x="40699" y="31047"/>
                  </a:cubicBezTo>
                  <a:cubicBezTo>
                    <a:pt x="41080" y="31555"/>
                    <a:pt x="41461" y="32063"/>
                    <a:pt x="41715" y="32571"/>
                  </a:cubicBezTo>
                  <a:cubicBezTo>
                    <a:pt x="44382" y="37905"/>
                    <a:pt x="45779" y="42985"/>
                    <a:pt x="47176" y="52764"/>
                  </a:cubicBezTo>
                  <a:cubicBezTo>
                    <a:pt x="47938" y="58225"/>
                    <a:pt x="44255" y="63432"/>
                    <a:pt x="38667" y="64194"/>
                  </a:cubicBezTo>
                  <a:cubicBezTo>
                    <a:pt x="33079" y="64956"/>
                    <a:pt x="27999" y="61273"/>
                    <a:pt x="27237" y="55685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27247" y="358819"/>
              <a:ext cx="83091" cy="49562"/>
            </a:xfrm>
            <a:custGeom>
              <a:avLst/>
              <a:gdLst/>
              <a:ahLst/>
              <a:cxnLst/>
              <a:rect l="l" t="t" r="r" b="b"/>
              <a:pathLst>
                <a:path w="83091" h="49562">
                  <a:moveTo>
                    <a:pt x="82630" y="12907"/>
                  </a:moveTo>
                  <a:cubicBezTo>
                    <a:pt x="78312" y="26496"/>
                    <a:pt x="76661" y="30433"/>
                    <a:pt x="72216" y="36783"/>
                  </a:cubicBezTo>
                  <a:cubicBezTo>
                    <a:pt x="71835" y="37418"/>
                    <a:pt x="71327" y="37926"/>
                    <a:pt x="70692" y="38434"/>
                  </a:cubicBezTo>
                  <a:cubicBezTo>
                    <a:pt x="65358" y="43260"/>
                    <a:pt x="61802" y="45419"/>
                    <a:pt x="55706" y="47959"/>
                  </a:cubicBezTo>
                  <a:cubicBezTo>
                    <a:pt x="55071" y="48213"/>
                    <a:pt x="54436" y="48467"/>
                    <a:pt x="53674" y="48594"/>
                  </a:cubicBezTo>
                  <a:cubicBezTo>
                    <a:pt x="47451" y="49864"/>
                    <a:pt x="41228" y="49864"/>
                    <a:pt x="35006" y="48721"/>
                  </a:cubicBezTo>
                  <a:cubicBezTo>
                    <a:pt x="34498" y="48594"/>
                    <a:pt x="34117" y="48467"/>
                    <a:pt x="33609" y="48340"/>
                  </a:cubicBezTo>
                  <a:cubicBezTo>
                    <a:pt x="29672" y="46943"/>
                    <a:pt x="23703" y="43641"/>
                    <a:pt x="16083" y="37672"/>
                  </a:cubicBezTo>
                  <a:cubicBezTo>
                    <a:pt x="15829" y="37418"/>
                    <a:pt x="15575" y="37291"/>
                    <a:pt x="15321" y="37037"/>
                  </a:cubicBezTo>
                  <a:lnTo>
                    <a:pt x="3129" y="25226"/>
                  </a:lnTo>
                  <a:cubicBezTo>
                    <a:pt x="-935" y="21416"/>
                    <a:pt x="-1062" y="14939"/>
                    <a:pt x="2875" y="11002"/>
                  </a:cubicBezTo>
                  <a:cubicBezTo>
                    <a:pt x="6812" y="7065"/>
                    <a:pt x="13162" y="6811"/>
                    <a:pt x="17099" y="10748"/>
                  </a:cubicBezTo>
                  <a:lnTo>
                    <a:pt x="29291" y="22559"/>
                  </a:lnTo>
                  <a:lnTo>
                    <a:pt x="22306" y="29798"/>
                  </a:lnTo>
                  <a:lnTo>
                    <a:pt x="28529" y="21924"/>
                  </a:lnTo>
                  <a:cubicBezTo>
                    <a:pt x="35387" y="27258"/>
                    <a:pt x="39197" y="29036"/>
                    <a:pt x="40213" y="29417"/>
                  </a:cubicBezTo>
                  <a:lnTo>
                    <a:pt x="36911" y="38942"/>
                  </a:lnTo>
                  <a:lnTo>
                    <a:pt x="38816" y="29036"/>
                  </a:lnTo>
                  <a:cubicBezTo>
                    <a:pt x="42499" y="29798"/>
                    <a:pt x="46054" y="29671"/>
                    <a:pt x="49737" y="29036"/>
                  </a:cubicBezTo>
                  <a:lnTo>
                    <a:pt x="51769" y="38942"/>
                  </a:lnTo>
                  <a:lnTo>
                    <a:pt x="47832" y="29671"/>
                  </a:lnTo>
                  <a:cubicBezTo>
                    <a:pt x="51769" y="28020"/>
                    <a:pt x="53420" y="27004"/>
                    <a:pt x="57230" y="23575"/>
                  </a:cubicBezTo>
                  <a:lnTo>
                    <a:pt x="63961" y="31068"/>
                  </a:lnTo>
                  <a:lnTo>
                    <a:pt x="55706" y="25226"/>
                  </a:lnTo>
                  <a:cubicBezTo>
                    <a:pt x="58246" y="21670"/>
                    <a:pt x="59135" y="20273"/>
                    <a:pt x="63326" y="7065"/>
                  </a:cubicBezTo>
                  <a:cubicBezTo>
                    <a:pt x="64977" y="1731"/>
                    <a:pt x="70692" y="-1190"/>
                    <a:pt x="76026" y="461"/>
                  </a:cubicBezTo>
                  <a:cubicBezTo>
                    <a:pt x="81360" y="2112"/>
                    <a:pt x="84281" y="7827"/>
                    <a:pt x="82630" y="13161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188334" y="136809"/>
              <a:ext cx="71258" cy="90174"/>
            </a:xfrm>
            <a:custGeom>
              <a:avLst/>
              <a:gdLst/>
              <a:ahLst/>
              <a:cxnLst/>
              <a:rect l="l" t="t" r="r" b="b"/>
              <a:pathLst>
                <a:path w="71258" h="90174">
                  <a:moveTo>
                    <a:pt x="67569" y="77184"/>
                  </a:moveTo>
                  <a:cubicBezTo>
                    <a:pt x="58552" y="84042"/>
                    <a:pt x="52710" y="87217"/>
                    <a:pt x="44455" y="89630"/>
                  </a:cubicBezTo>
                  <a:cubicBezTo>
                    <a:pt x="43820" y="89757"/>
                    <a:pt x="43185" y="89884"/>
                    <a:pt x="42550" y="90011"/>
                  </a:cubicBezTo>
                  <a:cubicBezTo>
                    <a:pt x="37216" y="90392"/>
                    <a:pt x="32390" y="90138"/>
                    <a:pt x="27437" y="88868"/>
                  </a:cubicBezTo>
                  <a:cubicBezTo>
                    <a:pt x="26929" y="88741"/>
                    <a:pt x="26548" y="88614"/>
                    <a:pt x="26167" y="88487"/>
                  </a:cubicBezTo>
                  <a:cubicBezTo>
                    <a:pt x="22230" y="86836"/>
                    <a:pt x="18039" y="84550"/>
                    <a:pt x="14102" y="81502"/>
                  </a:cubicBezTo>
                  <a:cubicBezTo>
                    <a:pt x="13721" y="81248"/>
                    <a:pt x="13467" y="80994"/>
                    <a:pt x="13213" y="80740"/>
                  </a:cubicBezTo>
                  <a:cubicBezTo>
                    <a:pt x="9530" y="77184"/>
                    <a:pt x="6609" y="73120"/>
                    <a:pt x="3180" y="67024"/>
                  </a:cubicBezTo>
                  <a:cubicBezTo>
                    <a:pt x="2926" y="66389"/>
                    <a:pt x="2545" y="65881"/>
                    <a:pt x="2418" y="65246"/>
                  </a:cubicBezTo>
                  <a:cubicBezTo>
                    <a:pt x="132" y="58007"/>
                    <a:pt x="-503" y="51277"/>
                    <a:pt x="386" y="43911"/>
                  </a:cubicBezTo>
                  <a:cubicBezTo>
                    <a:pt x="513" y="43149"/>
                    <a:pt x="640" y="42387"/>
                    <a:pt x="894" y="41625"/>
                  </a:cubicBezTo>
                  <a:cubicBezTo>
                    <a:pt x="3688" y="34005"/>
                    <a:pt x="7498" y="27782"/>
                    <a:pt x="11562" y="22829"/>
                  </a:cubicBezTo>
                  <a:cubicBezTo>
                    <a:pt x="11816" y="22575"/>
                    <a:pt x="12070" y="22321"/>
                    <a:pt x="12324" y="22067"/>
                  </a:cubicBezTo>
                  <a:lnTo>
                    <a:pt x="31882" y="2890"/>
                  </a:lnTo>
                  <a:cubicBezTo>
                    <a:pt x="35819" y="-1047"/>
                    <a:pt x="42296" y="-920"/>
                    <a:pt x="46106" y="3017"/>
                  </a:cubicBezTo>
                  <a:cubicBezTo>
                    <a:pt x="49916" y="6954"/>
                    <a:pt x="49916" y="13431"/>
                    <a:pt x="45979" y="17241"/>
                  </a:cubicBezTo>
                  <a:lnTo>
                    <a:pt x="26421" y="36418"/>
                  </a:lnTo>
                  <a:lnTo>
                    <a:pt x="19309" y="29179"/>
                  </a:lnTo>
                  <a:lnTo>
                    <a:pt x="27056" y="35656"/>
                  </a:lnTo>
                  <a:cubicBezTo>
                    <a:pt x="24262" y="38958"/>
                    <a:pt x="21722" y="43149"/>
                    <a:pt x="19690" y="48610"/>
                  </a:cubicBezTo>
                  <a:lnTo>
                    <a:pt x="10165" y="45054"/>
                  </a:lnTo>
                  <a:lnTo>
                    <a:pt x="20198" y="46324"/>
                  </a:lnTo>
                  <a:cubicBezTo>
                    <a:pt x="19690" y="50642"/>
                    <a:pt x="19944" y="54451"/>
                    <a:pt x="21468" y="59150"/>
                  </a:cubicBezTo>
                  <a:lnTo>
                    <a:pt x="11816" y="62071"/>
                  </a:lnTo>
                  <a:lnTo>
                    <a:pt x="20706" y="57245"/>
                  </a:lnTo>
                  <a:cubicBezTo>
                    <a:pt x="23246" y="61944"/>
                    <a:pt x="25151" y="64230"/>
                    <a:pt x="27056" y="66135"/>
                  </a:cubicBezTo>
                  <a:lnTo>
                    <a:pt x="20071" y="73374"/>
                  </a:lnTo>
                  <a:lnTo>
                    <a:pt x="26167" y="65373"/>
                  </a:lnTo>
                  <a:cubicBezTo>
                    <a:pt x="28961" y="67405"/>
                    <a:pt x="31501" y="68929"/>
                    <a:pt x="33660" y="69818"/>
                  </a:cubicBezTo>
                  <a:lnTo>
                    <a:pt x="29850" y="79216"/>
                  </a:lnTo>
                  <a:lnTo>
                    <a:pt x="32390" y="69437"/>
                  </a:lnTo>
                  <a:cubicBezTo>
                    <a:pt x="35057" y="70072"/>
                    <a:pt x="37597" y="70326"/>
                    <a:pt x="40899" y="70072"/>
                  </a:cubicBezTo>
                  <a:lnTo>
                    <a:pt x="41661" y="80105"/>
                  </a:lnTo>
                  <a:lnTo>
                    <a:pt x="38867" y="70326"/>
                  </a:lnTo>
                  <a:cubicBezTo>
                    <a:pt x="43947" y="68929"/>
                    <a:pt x="47376" y="67278"/>
                    <a:pt x="55123" y="61309"/>
                  </a:cubicBezTo>
                  <a:cubicBezTo>
                    <a:pt x="59568" y="57880"/>
                    <a:pt x="65918" y="58769"/>
                    <a:pt x="69220" y="63214"/>
                  </a:cubicBezTo>
                  <a:cubicBezTo>
                    <a:pt x="72522" y="67659"/>
                    <a:pt x="71760" y="74009"/>
                    <a:pt x="67315" y="77311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518663" y="119506"/>
              <a:ext cx="20447" cy="213866"/>
            </a:xfrm>
            <a:custGeom>
              <a:avLst/>
              <a:gdLst/>
              <a:ahLst/>
              <a:cxnLst/>
              <a:rect l="l" t="t" r="r" b="b"/>
              <a:pathLst>
                <a:path w="20447" h="213866">
                  <a:moveTo>
                    <a:pt x="254" y="203833"/>
                  </a:moveTo>
                  <a:lnTo>
                    <a:pt x="0" y="10160"/>
                  </a:lnTo>
                  <a:cubicBezTo>
                    <a:pt x="0" y="4572"/>
                    <a:pt x="4572" y="0"/>
                    <a:pt x="10033" y="0"/>
                  </a:cubicBezTo>
                  <a:cubicBezTo>
                    <a:pt x="15494" y="0"/>
                    <a:pt x="20193" y="4572"/>
                    <a:pt x="20193" y="10033"/>
                  </a:cubicBezTo>
                  <a:lnTo>
                    <a:pt x="20447" y="203706"/>
                  </a:lnTo>
                  <a:cubicBezTo>
                    <a:pt x="20447" y="209294"/>
                    <a:pt x="15875" y="213866"/>
                    <a:pt x="10414" y="213866"/>
                  </a:cubicBezTo>
                  <a:cubicBezTo>
                    <a:pt x="4953" y="213866"/>
                    <a:pt x="254" y="209294"/>
                    <a:pt x="254" y="20383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450338" y="313180"/>
              <a:ext cx="88772" cy="20193"/>
            </a:xfrm>
            <a:custGeom>
              <a:avLst/>
              <a:gdLst/>
              <a:ahLst/>
              <a:cxnLst/>
              <a:rect l="l" t="t" r="r" b="b"/>
              <a:pathLst>
                <a:path w="88772" h="20193">
                  <a:moveTo>
                    <a:pt x="78612" y="20192"/>
                  </a:moveTo>
                  <a:lnTo>
                    <a:pt x="10033" y="20192"/>
                  </a:lnTo>
                  <a:cubicBezTo>
                    <a:pt x="4445" y="20192"/>
                    <a:pt x="0" y="15620"/>
                    <a:pt x="0" y="10032"/>
                  </a:cubicBezTo>
                  <a:cubicBezTo>
                    <a:pt x="0" y="4444"/>
                    <a:pt x="4572" y="0"/>
                    <a:pt x="10160" y="0"/>
                  </a:cubicBezTo>
                  <a:lnTo>
                    <a:pt x="78739" y="0"/>
                  </a:lnTo>
                  <a:cubicBezTo>
                    <a:pt x="84327" y="0"/>
                    <a:pt x="88772" y="4571"/>
                    <a:pt x="88772" y="10159"/>
                  </a:cubicBezTo>
                  <a:cubicBezTo>
                    <a:pt x="88772" y="15747"/>
                    <a:pt x="84200" y="20192"/>
                    <a:pt x="78612" y="2019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450211" y="286129"/>
              <a:ext cx="20320" cy="47117"/>
            </a:xfrm>
            <a:custGeom>
              <a:avLst/>
              <a:gdLst/>
              <a:ahLst/>
              <a:cxnLst/>
              <a:rect l="l" t="t" r="r" b="b"/>
              <a:pathLst>
                <a:path w="20320" h="47117">
                  <a:moveTo>
                    <a:pt x="127" y="37083"/>
                  </a:moveTo>
                  <a:lnTo>
                    <a:pt x="0" y="10160"/>
                  </a:lnTo>
                  <a:cubicBezTo>
                    <a:pt x="0" y="4572"/>
                    <a:pt x="4445" y="0"/>
                    <a:pt x="10033" y="0"/>
                  </a:cubicBezTo>
                  <a:cubicBezTo>
                    <a:pt x="15621" y="0"/>
                    <a:pt x="20193" y="4445"/>
                    <a:pt x="20193" y="10033"/>
                  </a:cubicBezTo>
                  <a:lnTo>
                    <a:pt x="20320" y="36956"/>
                  </a:lnTo>
                  <a:cubicBezTo>
                    <a:pt x="20320" y="42544"/>
                    <a:pt x="15875" y="47116"/>
                    <a:pt x="10287" y="47116"/>
                  </a:cubicBezTo>
                  <a:cubicBezTo>
                    <a:pt x="4699" y="47116"/>
                    <a:pt x="127" y="42671"/>
                    <a:pt x="127" y="3708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450211" y="120014"/>
              <a:ext cx="20193" cy="186562"/>
            </a:xfrm>
            <a:custGeom>
              <a:avLst/>
              <a:gdLst/>
              <a:ahLst/>
              <a:cxnLst/>
              <a:rect l="l" t="t" r="r" b="b"/>
              <a:pathLst>
                <a:path w="20193" h="186562">
                  <a:moveTo>
                    <a:pt x="0" y="176402"/>
                  </a:moveTo>
                  <a:lnTo>
                    <a:pt x="0" y="10033"/>
                  </a:lnTo>
                  <a:cubicBezTo>
                    <a:pt x="0" y="4445"/>
                    <a:pt x="4572" y="0"/>
                    <a:pt x="10160" y="0"/>
                  </a:cubicBezTo>
                  <a:cubicBezTo>
                    <a:pt x="15748" y="0"/>
                    <a:pt x="20193" y="4572"/>
                    <a:pt x="20193" y="10160"/>
                  </a:cubicBezTo>
                  <a:lnTo>
                    <a:pt x="20193" y="176529"/>
                  </a:lnTo>
                  <a:cubicBezTo>
                    <a:pt x="20193" y="182117"/>
                    <a:pt x="15621" y="186562"/>
                    <a:pt x="10033" y="186562"/>
                  </a:cubicBezTo>
                  <a:cubicBezTo>
                    <a:pt x="4445" y="186562"/>
                    <a:pt x="0" y="181990"/>
                    <a:pt x="0" y="17640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63499" y="119125"/>
              <a:ext cx="90042" cy="20320"/>
            </a:xfrm>
            <a:custGeom>
              <a:avLst/>
              <a:gdLst/>
              <a:ahLst/>
              <a:cxnLst/>
              <a:rect l="l" t="t" r="r" b="b"/>
              <a:pathLst>
                <a:path w="90042" h="20320">
                  <a:moveTo>
                    <a:pt x="80010" y="20193"/>
                  </a:moveTo>
                  <a:lnTo>
                    <a:pt x="10160" y="20320"/>
                  </a:lnTo>
                  <a:cubicBezTo>
                    <a:pt x="4572" y="20320"/>
                    <a:pt x="0" y="15875"/>
                    <a:pt x="0" y="10287"/>
                  </a:cubicBezTo>
                  <a:cubicBezTo>
                    <a:pt x="0" y="4699"/>
                    <a:pt x="4445" y="127"/>
                    <a:pt x="10033" y="127"/>
                  </a:cubicBezTo>
                  <a:lnTo>
                    <a:pt x="79883" y="0"/>
                  </a:lnTo>
                  <a:cubicBezTo>
                    <a:pt x="85471" y="0"/>
                    <a:pt x="90043" y="4445"/>
                    <a:pt x="90043" y="10033"/>
                  </a:cubicBezTo>
                  <a:cubicBezTo>
                    <a:pt x="90043" y="15621"/>
                    <a:pt x="85598" y="20193"/>
                    <a:pt x="80010" y="2019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133349" y="119252"/>
              <a:ext cx="20320" cy="213612"/>
            </a:xfrm>
            <a:custGeom>
              <a:avLst/>
              <a:gdLst/>
              <a:ahLst/>
              <a:cxnLst/>
              <a:rect l="l" t="t" r="r" b="b"/>
              <a:pathLst>
                <a:path w="20320" h="213612">
                  <a:moveTo>
                    <a:pt x="0" y="203452"/>
                  </a:moveTo>
                  <a:lnTo>
                    <a:pt x="127" y="10033"/>
                  </a:lnTo>
                  <a:cubicBezTo>
                    <a:pt x="127" y="4445"/>
                    <a:pt x="4699" y="0"/>
                    <a:pt x="10287" y="0"/>
                  </a:cubicBezTo>
                  <a:cubicBezTo>
                    <a:pt x="15875" y="0"/>
                    <a:pt x="20320" y="4572"/>
                    <a:pt x="20320" y="10160"/>
                  </a:cubicBezTo>
                  <a:lnTo>
                    <a:pt x="20193" y="203579"/>
                  </a:lnTo>
                  <a:cubicBezTo>
                    <a:pt x="20193" y="209167"/>
                    <a:pt x="15621" y="213612"/>
                    <a:pt x="10033" y="213612"/>
                  </a:cubicBezTo>
                  <a:cubicBezTo>
                    <a:pt x="4445" y="213612"/>
                    <a:pt x="0" y="209040"/>
                    <a:pt x="0" y="20345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63499" y="312164"/>
              <a:ext cx="90042" cy="20574"/>
            </a:xfrm>
            <a:custGeom>
              <a:avLst/>
              <a:gdLst/>
              <a:ahLst/>
              <a:cxnLst/>
              <a:rect l="l" t="t" r="r" b="b"/>
              <a:pathLst>
                <a:path w="90042" h="20574">
                  <a:moveTo>
                    <a:pt x="79883" y="20573"/>
                  </a:moveTo>
                  <a:lnTo>
                    <a:pt x="10033" y="20192"/>
                  </a:lnTo>
                  <a:cubicBezTo>
                    <a:pt x="4445" y="20192"/>
                    <a:pt x="0" y="15620"/>
                    <a:pt x="0" y="10032"/>
                  </a:cubicBezTo>
                  <a:cubicBezTo>
                    <a:pt x="0" y="4444"/>
                    <a:pt x="4572" y="0"/>
                    <a:pt x="10160" y="0"/>
                  </a:cubicBezTo>
                  <a:lnTo>
                    <a:pt x="80010" y="381"/>
                  </a:lnTo>
                  <a:cubicBezTo>
                    <a:pt x="85598" y="381"/>
                    <a:pt x="90043" y="4952"/>
                    <a:pt x="90043" y="10540"/>
                  </a:cubicBezTo>
                  <a:cubicBezTo>
                    <a:pt x="90043" y="16128"/>
                    <a:pt x="85471" y="20573"/>
                    <a:pt x="79883" y="20573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63499" y="119252"/>
              <a:ext cx="20320" cy="212977"/>
            </a:xfrm>
            <a:custGeom>
              <a:avLst/>
              <a:gdLst/>
              <a:ahLst/>
              <a:cxnLst/>
              <a:rect l="l" t="t" r="r" b="b"/>
              <a:pathLst>
                <a:path w="20320" h="212977">
                  <a:moveTo>
                    <a:pt x="20320" y="10160"/>
                  </a:moveTo>
                  <a:lnTo>
                    <a:pt x="20193" y="202944"/>
                  </a:lnTo>
                  <a:cubicBezTo>
                    <a:pt x="20193" y="208532"/>
                    <a:pt x="15621" y="212977"/>
                    <a:pt x="10033" y="212977"/>
                  </a:cubicBezTo>
                  <a:cubicBezTo>
                    <a:pt x="4445" y="212977"/>
                    <a:pt x="0" y="208532"/>
                    <a:pt x="0" y="202944"/>
                  </a:cubicBezTo>
                  <a:lnTo>
                    <a:pt x="127" y="10033"/>
                  </a:lnTo>
                  <a:cubicBezTo>
                    <a:pt x="127" y="4445"/>
                    <a:pt x="4699" y="0"/>
                    <a:pt x="10287" y="0"/>
                  </a:cubicBezTo>
                  <a:cubicBezTo>
                    <a:pt x="15875" y="0"/>
                    <a:pt x="20320" y="4572"/>
                    <a:pt x="20320" y="1016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239640" y="141216"/>
              <a:ext cx="87516" cy="74943"/>
            </a:xfrm>
            <a:custGeom>
              <a:avLst/>
              <a:gdLst/>
              <a:ahLst/>
              <a:cxnLst/>
              <a:rect l="l" t="t" r="r" b="b"/>
              <a:pathLst>
                <a:path w="87516" h="74943">
                  <a:moveTo>
                    <a:pt x="83699" y="18041"/>
                  </a:moveTo>
                  <a:lnTo>
                    <a:pt x="16517" y="72650"/>
                  </a:lnTo>
                  <a:cubicBezTo>
                    <a:pt x="12199" y="76206"/>
                    <a:pt x="5849" y="75571"/>
                    <a:pt x="2293" y="71126"/>
                  </a:cubicBezTo>
                  <a:cubicBezTo>
                    <a:pt x="-1263" y="66681"/>
                    <a:pt x="-628" y="60458"/>
                    <a:pt x="3817" y="56902"/>
                  </a:cubicBezTo>
                  <a:lnTo>
                    <a:pt x="70999" y="2293"/>
                  </a:lnTo>
                  <a:cubicBezTo>
                    <a:pt x="75317" y="-1263"/>
                    <a:pt x="81667" y="-628"/>
                    <a:pt x="85223" y="3817"/>
                  </a:cubicBezTo>
                  <a:cubicBezTo>
                    <a:pt x="88779" y="8262"/>
                    <a:pt x="88144" y="14485"/>
                    <a:pt x="83699" y="18041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388017" y="289873"/>
              <a:ext cx="57688" cy="45563"/>
            </a:xfrm>
            <a:custGeom>
              <a:avLst/>
              <a:gdLst/>
              <a:ahLst/>
              <a:cxnLst/>
              <a:rect l="l" t="t" r="r" b="b"/>
              <a:pathLst>
                <a:path w="57688" h="45563">
                  <a:moveTo>
                    <a:pt x="57622" y="10861"/>
                  </a:moveTo>
                  <a:cubicBezTo>
                    <a:pt x="57368" y="13782"/>
                    <a:pt x="56733" y="16576"/>
                    <a:pt x="55844" y="19370"/>
                  </a:cubicBezTo>
                  <a:cubicBezTo>
                    <a:pt x="54955" y="22164"/>
                    <a:pt x="53685" y="24704"/>
                    <a:pt x="52161" y="27243"/>
                  </a:cubicBezTo>
                  <a:cubicBezTo>
                    <a:pt x="50637" y="29656"/>
                    <a:pt x="48859" y="31942"/>
                    <a:pt x="46827" y="34101"/>
                  </a:cubicBezTo>
                  <a:lnTo>
                    <a:pt x="39588" y="26989"/>
                  </a:lnTo>
                  <a:lnTo>
                    <a:pt x="46827" y="34101"/>
                  </a:lnTo>
                  <a:cubicBezTo>
                    <a:pt x="44795" y="36133"/>
                    <a:pt x="42509" y="38038"/>
                    <a:pt x="40096" y="39562"/>
                  </a:cubicBezTo>
                  <a:lnTo>
                    <a:pt x="34635" y="31053"/>
                  </a:lnTo>
                  <a:lnTo>
                    <a:pt x="40096" y="39562"/>
                  </a:lnTo>
                  <a:cubicBezTo>
                    <a:pt x="37683" y="41086"/>
                    <a:pt x="35016" y="42356"/>
                    <a:pt x="32349" y="43372"/>
                  </a:cubicBezTo>
                  <a:lnTo>
                    <a:pt x="29047" y="33847"/>
                  </a:lnTo>
                  <a:lnTo>
                    <a:pt x="32349" y="43372"/>
                  </a:lnTo>
                  <a:cubicBezTo>
                    <a:pt x="29555" y="44388"/>
                    <a:pt x="26761" y="45023"/>
                    <a:pt x="23840" y="45277"/>
                  </a:cubicBezTo>
                  <a:lnTo>
                    <a:pt x="22697" y="35244"/>
                  </a:lnTo>
                  <a:lnTo>
                    <a:pt x="23840" y="45277"/>
                  </a:lnTo>
                  <a:cubicBezTo>
                    <a:pt x="20919" y="45658"/>
                    <a:pt x="17998" y="45658"/>
                    <a:pt x="15204" y="45277"/>
                  </a:cubicBezTo>
                  <a:lnTo>
                    <a:pt x="16347" y="35244"/>
                  </a:lnTo>
                  <a:lnTo>
                    <a:pt x="15204" y="45277"/>
                  </a:lnTo>
                  <a:cubicBezTo>
                    <a:pt x="12283" y="44896"/>
                    <a:pt x="9489" y="44261"/>
                    <a:pt x="6695" y="43372"/>
                  </a:cubicBezTo>
                  <a:cubicBezTo>
                    <a:pt x="1488" y="41467"/>
                    <a:pt x="-1306" y="35752"/>
                    <a:pt x="599" y="30418"/>
                  </a:cubicBezTo>
                  <a:cubicBezTo>
                    <a:pt x="2504" y="25085"/>
                    <a:pt x="8219" y="22418"/>
                    <a:pt x="13553" y="24323"/>
                  </a:cubicBezTo>
                  <a:cubicBezTo>
                    <a:pt x="14823" y="24831"/>
                    <a:pt x="16220" y="25085"/>
                    <a:pt x="17490" y="25211"/>
                  </a:cubicBezTo>
                  <a:cubicBezTo>
                    <a:pt x="18887" y="25339"/>
                    <a:pt x="20284" y="25339"/>
                    <a:pt x="21554" y="25211"/>
                  </a:cubicBezTo>
                  <a:cubicBezTo>
                    <a:pt x="22951" y="25085"/>
                    <a:pt x="24221" y="24704"/>
                    <a:pt x="25491" y="24323"/>
                  </a:cubicBezTo>
                  <a:cubicBezTo>
                    <a:pt x="26761" y="23815"/>
                    <a:pt x="28031" y="23307"/>
                    <a:pt x="29174" y="22545"/>
                  </a:cubicBezTo>
                  <a:cubicBezTo>
                    <a:pt x="30317" y="21783"/>
                    <a:pt x="31460" y="20894"/>
                    <a:pt x="32349" y="20005"/>
                  </a:cubicBezTo>
                  <a:cubicBezTo>
                    <a:pt x="33365" y="18989"/>
                    <a:pt x="34127" y="17973"/>
                    <a:pt x="34889" y="16830"/>
                  </a:cubicBezTo>
                  <a:lnTo>
                    <a:pt x="43525" y="22164"/>
                  </a:lnTo>
                  <a:lnTo>
                    <a:pt x="34889" y="16830"/>
                  </a:lnTo>
                  <a:cubicBezTo>
                    <a:pt x="35651" y="15687"/>
                    <a:pt x="36159" y="14417"/>
                    <a:pt x="36667" y="13147"/>
                  </a:cubicBezTo>
                  <a:lnTo>
                    <a:pt x="46192" y="16322"/>
                  </a:lnTo>
                  <a:lnTo>
                    <a:pt x="36667" y="13147"/>
                  </a:lnTo>
                  <a:cubicBezTo>
                    <a:pt x="37048" y="11877"/>
                    <a:pt x="37429" y="10480"/>
                    <a:pt x="37556" y="9083"/>
                  </a:cubicBezTo>
                  <a:cubicBezTo>
                    <a:pt x="38064" y="3495"/>
                    <a:pt x="43017" y="-569"/>
                    <a:pt x="48605" y="66"/>
                  </a:cubicBezTo>
                  <a:cubicBezTo>
                    <a:pt x="54193" y="701"/>
                    <a:pt x="58257" y="5527"/>
                    <a:pt x="57622" y="11115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321066" y="238136"/>
              <a:ext cx="85826" cy="94970"/>
            </a:xfrm>
            <a:custGeom>
              <a:avLst/>
              <a:gdLst/>
              <a:ahLst/>
              <a:cxnLst/>
              <a:rect l="l" t="t" r="r" b="b"/>
              <a:pathLst>
                <a:path w="85826" h="94970">
                  <a:moveTo>
                    <a:pt x="17640" y="3416"/>
                  </a:moveTo>
                  <a:lnTo>
                    <a:pt x="83298" y="78218"/>
                  </a:lnTo>
                  <a:cubicBezTo>
                    <a:pt x="86981" y="82409"/>
                    <a:pt x="86600" y="88759"/>
                    <a:pt x="82409" y="92442"/>
                  </a:cubicBezTo>
                  <a:cubicBezTo>
                    <a:pt x="78218" y="96125"/>
                    <a:pt x="71868" y="95744"/>
                    <a:pt x="68185" y="91553"/>
                  </a:cubicBezTo>
                  <a:lnTo>
                    <a:pt x="2527" y="16751"/>
                  </a:lnTo>
                  <a:cubicBezTo>
                    <a:pt x="-1156" y="12560"/>
                    <a:pt x="-775" y="6210"/>
                    <a:pt x="3416" y="2527"/>
                  </a:cubicBezTo>
                  <a:cubicBezTo>
                    <a:pt x="7607" y="-1156"/>
                    <a:pt x="13957" y="-775"/>
                    <a:pt x="17640" y="3416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346329" y="314257"/>
              <a:ext cx="60043" cy="50855"/>
            </a:xfrm>
            <a:custGeom>
              <a:avLst/>
              <a:gdLst/>
              <a:ahLst/>
              <a:cxnLst/>
              <a:rect l="l" t="t" r="r" b="b"/>
              <a:pathLst>
                <a:path w="60043" h="50855">
                  <a:moveTo>
                    <a:pt x="59813" y="9082"/>
                  </a:moveTo>
                  <a:cubicBezTo>
                    <a:pt x="60575" y="15813"/>
                    <a:pt x="59432" y="22417"/>
                    <a:pt x="56638" y="28640"/>
                  </a:cubicBezTo>
                  <a:lnTo>
                    <a:pt x="47494" y="24449"/>
                  </a:lnTo>
                  <a:lnTo>
                    <a:pt x="56638" y="28640"/>
                  </a:lnTo>
                  <a:cubicBezTo>
                    <a:pt x="53844" y="34863"/>
                    <a:pt x="49526" y="40070"/>
                    <a:pt x="43938" y="44007"/>
                  </a:cubicBezTo>
                  <a:cubicBezTo>
                    <a:pt x="38350" y="47944"/>
                    <a:pt x="32127" y="50230"/>
                    <a:pt x="25270" y="50738"/>
                  </a:cubicBezTo>
                  <a:lnTo>
                    <a:pt x="24381" y="40705"/>
                  </a:lnTo>
                  <a:lnTo>
                    <a:pt x="25270" y="50738"/>
                  </a:lnTo>
                  <a:cubicBezTo>
                    <a:pt x="18412" y="51246"/>
                    <a:pt x="11935" y="50103"/>
                    <a:pt x="5712" y="47182"/>
                  </a:cubicBezTo>
                  <a:cubicBezTo>
                    <a:pt x="632" y="44769"/>
                    <a:pt x="-1400" y="38673"/>
                    <a:pt x="1013" y="33720"/>
                  </a:cubicBezTo>
                  <a:cubicBezTo>
                    <a:pt x="3426" y="28767"/>
                    <a:pt x="9522" y="26608"/>
                    <a:pt x="14475" y="29021"/>
                  </a:cubicBezTo>
                  <a:cubicBezTo>
                    <a:pt x="17396" y="30418"/>
                    <a:pt x="20317" y="30926"/>
                    <a:pt x="23619" y="30672"/>
                  </a:cubicBezTo>
                  <a:cubicBezTo>
                    <a:pt x="26794" y="30418"/>
                    <a:pt x="29714" y="29402"/>
                    <a:pt x="32254" y="27497"/>
                  </a:cubicBezTo>
                  <a:lnTo>
                    <a:pt x="38096" y="35752"/>
                  </a:lnTo>
                  <a:lnTo>
                    <a:pt x="32254" y="27497"/>
                  </a:lnTo>
                  <a:cubicBezTo>
                    <a:pt x="34921" y="25592"/>
                    <a:pt x="36826" y="23306"/>
                    <a:pt x="38096" y="20385"/>
                  </a:cubicBezTo>
                  <a:cubicBezTo>
                    <a:pt x="39366" y="17464"/>
                    <a:pt x="39874" y="14416"/>
                    <a:pt x="39493" y="11241"/>
                  </a:cubicBezTo>
                  <a:cubicBezTo>
                    <a:pt x="38858" y="5653"/>
                    <a:pt x="42922" y="700"/>
                    <a:pt x="48510" y="66"/>
                  </a:cubicBezTo>
                  <a:cubicBezTo>
                    <a:pt x="54098" y="-570"/>
                    <a:pt x="59051" y="3494"/>
                    <a:pt x="59686" y="908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282674" y="273835"/>
              <a:ext cx="79552" cy="84786"/>
            </a:xfrm>
            <a:custGeom>
              <a:avLst/>
              <a:gdLst/>
              <a:ahLst/>
              <a:cxnLst/>
              <a:rect l="l" t="t" r="r" b="b"/>
              <a:pathLst>
                <a:path w="79552" h="84786">
                  <a:moveTo>
                    <a:pt x="17551" y="3277"/>
                  </a:moveTo>
                  <a:lnTo>
                    <a:pt x="76860" y="67919"/>
                  </a:lnTo>
                  <a:cubicBezTo>
                    <a:pt x="80670" y="71983"/>
                    <a:pt x="80416" y="78460"/>
                    <a:pt x="76225" y="82143"/>
                  </a:cubicBezTo>
                  <a:cubicBezTo>
                    <a:pt x="72034" y="85826"/>
                    <a:pt x="65684" y="85699"/>
                    <a:pt x="62001" y="81508"/>
                  </a:cubicBezTo>
                  <a:lnTo>
                    <a:pt x="2692" y="16866"/>
                  </a:lnTo>
                  <a:cubicBezTo>
                    <a:pt x="-1118" y="12802"/>
                    <a:pt x="-864" y="6325"/>
                    <a:pt x="3327" y="2642"/>
                  </a:cubicBezTo>
                  <a:cubicBezTo>
                    <a:pt x="7518" y="-1041"/>
                    <a:pt x="13868" y="-914"/>
                    <a:pt x="17551" y="3277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293534" y="341965"/>
              <a:ext cx="67568" cy="49147"/>
            </a:xfrm>
            <a:custGeom>
              <a:avLst/>
              <a:gdLst/>
              <a:ahLst/>
              <a:cxnLst/>
              <a:rect l="l" t="t" r="r" b="b"/>
              <a:pathLst>
                <a:path w="67568" h="49147">
                  <a:moveTo>
                    <a:pt x="67397" y="9187"/>
                  </a:moveTo>
                  <a:cubicBezTo>
                    <a:pt x="68159" y="17315"/>
                    <a:pt x="66381" y="24935"/>
                    <a:pt x="62190" y="31793"/>
                  </a:cubicBezTo>
                  <a:cubicBezTo>
                    <a:pt x="57872" y="38651"/>
                    <a:pt x="51903" y="43731"/>
                    <a:pt x="44283" y="46652"/>
                  </a:cubicBezTo>
                  <a:cubicBezTo>
                    <a:pt x="36663" y="49573"/>
                    <a:pt x="28916" y="49954"/>
                    <a:pt x="21042" y="47668"/>
                  </a:cubicBezTo>
                  <a:cubicBezTo>
                    <a:pt x="13295" y="45382"/>
                    <a:pt x="6818" y="40937"/>
                    <a:pt x="1992" y="34460"/>
                  </a:cubicBezTo>
                  <a:cubicBezTo>
                    <a:pt x="-1310" y="30015"/>
                    <a:pt x="-421" y="23665"/>
                    <a:pt x="4024" y="20363"/>
                  </a:cubicBezTo>
                  <a:cubicBezTo>
                    <a:pt x="8469" y="17061"/>
                    <a:pt x="14819" y="17950"/>
                    <a:pt x="18121" y="22395"/>
                  </a:cubicBezTo>
                  <a:cubicBezTo>
                    <a:pt x="20280" y="25316"/>
                    <a:pt x="23074" y="27221"/>
                    <a:pt x="26630" y="28237"/>
                  </a:cubicBezTo>
                  <a:lnTo>
                    <a:pt x="23836" y="37889"/>
                  </a:lnTo>
                  <a:lnTo>
                    <a:pt x="26630" y="28237"/>
                  </a:lnTo>
                  <a:cubicBezTo>
                    <a:pt x="30186" y="29253"/>
                    <a:pt x="33488" y="29126"/>
                    <a:pt x="36917" y="27729"/>
                  </a:cubicBezTo>
                  <a:lnTo>
                    <a:pt x="40600" y="37127"/>
                  </a:lnTo>
                  <a:lnTo>
                    <a:pt x="36917" y="27729"/>
                  </a:lnTo>
                  <a:cubicBezTo>
                    <a:pt x="40346" y="26459"/>
                    <a:pt x="42886" y="24300"/>
                    <a:pt x="44918" y="21125"/>
                  </a:cubicBezTo>
                  <a:lnTo>
                    <a:pt x="53554" y="26459"/>
                  </a:lnTo>
                  <a:lnTo>
                    <a:pt x="44918" y="21125"/>
                  </a:lnTo>
                  <a:cubicBezTo>
                    <a:pt x="46823" y="17950"/>
                    <a:pt x="47585" y="14775"/>
                    <a:pt x="47204" y="11092"/>
                  </a:cubicBezTo>
                  <a:cubicBezTo>
                    <a:pt x="46696" y="5504"/>
                    <a:pt x="50760" y="551"/>
                    <a:pt x="56221" y="43"/>
                  </a:cubicBezTo>
                  <a:cubicBezTo>
                    <a:pt x="61682" y="-465"/>
                    <a:pt x="66762" y="3599"/>
                    <a:pt x="67270" y="906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242088" y="306858"/>
              <a:ext cx="68649" cy="70935"/>
            </a:xfrm>
            <a:custGeom>
              <a:avLst/>
              <a:gdLst/>
              <a:ahLst/>
              <a:cxnLst/>
              <a:rect l="l" t="t" r="r" b="b"/>
              <a:pathLst>
                <a:path w="68649" h="70935">
                  <a:moveTo>
                    <a:pt x="17498" y="3020"/>
                  </a:moveTo>
                  <a:lnTo>
                    <a:pt x="65884" y="53946"/>
                  </a:lnTo>
                  <a:cubicBezTo>
                    <a:pt x="69694" y="58010"/>
                    <a:pt x="69567" y="64360"/>
                    <a:pt x="65503" y="68170"/>
                  </a:cubicBezTo>
                  <a:cubicBezTo>
                    <a:pt x="61439" y="71980"/>
                    <a:pt x="55089" y="71853"/>
                    <a:pt x="51279" y="67789"/>
                  </a:cubicBezTo>
                  <a:lnTo>
                    <a:pt x="2766" y="16989"/>
                  </a:lnTo>
                  <a:cubicBezTo>
                    <a:pt x="-1044" y="12925"/>
                    <a:pt x="-917" y="6576"/>
                    <a:pt x="3147" y="2766"/>
                  </a:cubicBezTo>
                  <a:cubicBezTo>
                    <a:pt x="7211" y="-1044"/>
                    <a:pt x="13561" y="-917"/>
                    <a:pt x="17371" y="3147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457196" y="119379"/>
              <a:ext cx="81787" cy="20320"/>
            </a:xfrm>
            <a:custGeom>
              <a:avLst/>
              <a:gdLst/>
              <a:ahLst/>
              <a:cxnLst/>
              <a:rect l="l" t="t" r="r" b="b"/>
              <a:pathLst>
                <a:path w="81787" h="20320">
                  <a:moveTo>
                    <a:pt x="71627" y="20320"/>
                  </a:moveTo>
                  <a:lnTo>
                    <a:pt x="10033" y="20193"/>
                  </a:lnTo>
                  <a:cubicBezTo>
                    <a:pt x="4445" y="20193"/>
                    <a:pt x="0" y="15621"/>
                    <a:pt x="0" y="10033"/>
                  </a:cubicBezTo>
                  <a:cubicBezTo>
                    <a:pt x="0" y="4445"/>
                    <a:pt x="4572" y="0"/>
                    <a:pt x="10160" y="0"/>
                  </a:cubicBezTo>
                  <a:lnTo>
                    <a:pt x="71754" y="127"/>
                  </a:lnTo>
                  <a:cubicBezTo>
                    <a:pt x="77342" y="127"/>
                    <a:pt x="81787" y="4699"/>
                    <a:pt x="81787" y="10287"/>
                  </a:cubicBezTo>
                  <a:cubicBezTo>
                    <a:pt x="81787" y="15875"/>
                    <a:pt x="77215" y="20320"/>
                    <a:pt x="71627" y="2032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425827" y="289812"/>
              <a:ext cx="44577" cy="20320"/>
            </a:xfrm>
            <a:custGeom>
              <a:avLst/>
              <a:gdLst/>
              <a:ahLst/>
              <a:cxnLst/>
              <a:rect l="l" t="t" r="r" b="b"/>
              <a:pathLst>
                <a:path w="44577" h="20320">
                  <a:moveTo>
                    <a:pt x="34417" y="20320"/>
                  </a:moveTo>
                  <a:lnTo>
                    <a:pt x="10033" y="20193"/>
                  </a:lnTo>
                  <a:cubicBezTo>
                    <a:pt x="4445" y="20193"/>
                    <a:pt x="0" y="15621"/>
                    <a:pt x="0" y="10033"/>
                  </a:cubicBezTo>
                  <a:cubicBezTo>
                    <a:pt x="0" y="4445"/>
                    <a:pt x="4572" y="0"/>
                    <a:pt x="10160" y="0"/>
                  </a:cubicBezTo>
                  <a:lnTo>
                    <a:pt x="34544" y="127"/>
                  </a:lnTo>
                  <a:cubicBezTo>
                    <a:pt x="40132" y="127"/>
                    <a:pt x="44577" y="4699"/>
                    <a:pt x="44577" y="10287"/>
                  </a:cubicBezTo>
                  <a:cubicBezTo>
                    <a:pt x="44577" y="15875"/>
                    <a:pt x="40005" y="20320"/>
                    <a:pt x="34417" y="2032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275062" y="63366"/>
              <a:ext cx="136244" cy="41298"/>
            </a:xfrm>
            <a:custGeom>
              <a:avLst/>
              <a:gdLst/>
              <a:ahLst/>
              <a:cxnLst/>
              <a:rect l="l" t="t" r="r" b="b"/>
              <a:pathLst>
                <a:path w="136244" h="41298">
                  <a:moveTo>
                    <a:pt x="119777" y="37979"/>
                  </a:moveTo>
                  <a:cubicBezTo>
                    <a:pt x="112411" y="32137"/>
                    <a:pt x="104283" y="27819"/>
                    <a:pt x="95394" y="24771"/>
                  </a:cubicBezTo>
                  <a:lnTo>
                    <a:pt x="98696" y="15246"/>
                  </a:lnTo>
                  <a:lnTo>
                    <a:pt x="95394" y="24771"/>
                  </a:lnTo>
                  <a:cubicBezTo>
                    <a:pt x="86504" y="21723"/>
                    <a:pt x="77360" y="20326"/>
                    <a:pt x="67962" y="20326"/>
                  </a:cubicBezTo>
                  <a:lnTo>
                    <a:pt x="67835" y="10293"/>
                  </a:lnTo>
                  <a:lnTo>
                    <a:pt x="67962" y="20326"/>
                  </a:lnTo>
                  <a:cubicBezTo>
                    <a:pt x="58564" y="20453"/>
                    <a:pt x="49420" y="22104"/>
                    <a:pt x="40657" y="25279"/>
                  </a:cubicBezTo>
                  <a:lnTo>
                    <a:pt x="37228" y="15754"/>
                  </a:lnTo>
                  <a:lnTo>
                    <a:pt x="40657" y="25279"/>
                  </a:lnTo>
                  <a:cubicBezTo>
                    <a:pt x="31767" y="28454"/>
                    <a:pt x="23766" y="33026"/>
                    <a:pt x="16527" y="38995"/>
                  </a:cubicBezTo>
                  <a:cubicBezTo>
                    <a:pt x="12209" y="42551"/>
                    <a:pt x="5859" y="41916"/>
                    <a:pt x="2303" y="37598"/>
                  </a:cubicBezTo>
                  <a:cubicBezTo>
                    <a:pt x="-1253" y="33280"/>
                    <a:pt x="-618" y="26930"/>
                    <a:pt x="3700" y="23374"/>
                  </a:cubicBezTo>
                  <a:cubicBezTo>
                    <a:pt x="12717" y="16008"/>
                    <a:pt x="22750" y="10293"/>
                    <a:pt x="33799" y="6229"/>
                  </a:cubicBezTo>
                  <a:cubicBezTo>
                    <a:pt x="44721" y="2292"/>
                    <a:pt x="56151" y="133"/>
                    <a:pt x="67835" y="7"/>
                  </a:cubicBezTo>
                  <a:cubicBezTo>
                    <a:pt x="79519" y="-121"/>
                    <a:pt x="90949" y="1657"/>
                    <a:pt x="101998" y="5467"/>
                  </a:cubicBezTo>
                  <a:cubicBezTo>
                    <a:pt x="113046" y="9277"/>
                    <a:pt x="123206" y="14738"/>
                    <a:pt x="132350" y="21977"/>
                  </a:cubicBezTo>
                  <a:cubicBezTo>
                    <a:pt x="136795" y="25406"/>
                    <a:pt x="137557" y="31756"/>
                    <a:pt x="134001" y="36201"/>
                  </a:cubicBezTo>
                  <a:cubicBezTo>
                    <a:pt x="130445" y="40646"/>
                    <a:pt x="124222" y="41408"/>
                    <a:pt x="119777" y="37852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217256" y="86829"/>
              <a:ext cx="73864" cy="69927"/>
            </a:xfrm>
            <a:custGeom>
              <a:avLst/>
              <a:gdLst/>
              <a:ahLst/>
              <a:cxnLst/>
              <a:rect l="l" t="t" r="r" b="b"/>
              <a:pathLst>
                <a:path w="73864" h="69927">
                  <a:moveTo>
                    <a:pt x="3214" y="52489"/>
                  </a:moveTo>
                  <a:lnTo>
                    <a:pt x="56934" y="2705"/>
                  </a:lnTo>
                  <a:cubicBezTo>
                    <a:pt x="60998" y="-1105"/>
                    <a:pt x="67348" y="-851"/>
                    <a:pt x="71158" y="3213"/>
                  </a:cubicBezTo>
                  <a:cubicBezTo>
                    <a:pt x="74968" y="7277"/>
                    <a:pt x="74714" y="13627"/>
                    <a:pt x="70650" y="17437"/>
                  </a:cubicBezTo>
                  <a:lnTo>
                    <a:pt x="16930" y="67221"/>
                  </a:lnTo>
                  <a:cubicBezTo>
                    <a:pt x="12866" y="71031"/>
                    <a:pt x="6516" y="70777"/>
                    <a:pt x="2706" y="66713"/>
                  </a:cubicBezTo>
                  <a:cubicBezTo>
                    <a:pt x="-1104" y="62649"/>
                    <a:pt x="-850" y="56299"/>
                    <a:pt x="3214" y="52489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306842" y="141362"/>
              <a:ext cx="111988" cy="124307"/>
            </a:xfrm>
            <a:custGeom>
              <a:avLst/>
              <a:gdLst/>
              <a:ahLst/>
              <a:cxnLst/>
              <a:rect l="l" t="t" r="r" b="b"/>
              <a:pathLst>
                <a:path w="111988" h="124307">
                  <a:moveTo>
                    <a:pt x="94347" y="120891"/>
                  </a:moveTo>
                  <a:lnTo>
                    <a:pt x="2527" y="16752"/>
                  </a:lnTo>
                  <a:cubicBezTo>
                    <a:pt x="-1156" y="12561"/>
                    <a:pt x="-775" y="6211"/>
                    <a:pt x="3416" y="2528"/>
                  </a:cubicBezTo>
                  <a:cubicBezTo>
                    <a:pt x="7607" y="-1155"/>
                    <a:pt x="13957" y="-774"/>
                    <a:pt x="17640" y="3417"/>
                  </a:cubicBezTo>
                  <a:lnTo>
                    <a:pt x="109460" y="107556"/>
                  </a:lnTo>
                  <a:cubicBezTo>
                    <a:pt x="113143" y="111747"/>
                    <a:pt x="112762" y="118097"/>
                    <a:pt x="108571" y="121780"/>
                  </a:cubicBezTo>
                  <a:cubicBezTo>
                    <a:pt x="104380" y="125463"/>
                    <a:pt x="98030" y="125082"/>
                    <a:pt x="94347" y="120891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133634" y="273968"/>
              <a:ext cx="113856" cy="112840"/>
            </a:xfrm>
            <a:custGeom>
              <a:avLst/>
              <a:gdLst/>
              <a:ahLst/>
              <a:cxnLst/>
              <a:rect l="l" t="t" r="r" b="b"/>
              <a:pathLst>
                <a:path w="113856" h="112840">
                  <a:moveTo>
                    <a:pt x="96742" y="109950"/>
                  </a:moveTo>
                  <a:lnTo>
                    <a:pt x="3017" y="17241"/>
                  </a:lnTo>
                  <a:cubicBezTo>
                    <a:pt x="-920" y="13304"/>
                    <a:pt x="-1047" y="6954"/>
                    <a:pt x="2890" y="3017"/>
                  </a:cubicBezTo>
                  <a:cubicBezTo>
                    <a:pt x="6827" y="-920"/>
                    <a:pt x="13177" y="-1047"/>
                    <a:pt x="17114" y="2890"/>
                  </a:cubicBezTo>
                  <a:lnTo>
                    <a:pt x="110839" y="95599"/>
                  </a:lnTo>
                  <a:cubicBezTo>
                    <a:pt x="114776" y="99536"/>
                    <a:pt x="114903" y="105886"/>
                    <a:pt x="110966" y="109823"/>
                  </a:cubicBezTo>
                  <a:cubicBezTo>
                    <a:pt x="107029" y="113760"/>
                    <a:pt x="100679" y="113887"/>
                    <a:pt x="96742" y="109950"/>
                  </a:cubicBezTo>
                  <a:close/>
                </a:path>
              </a:pathLst>
            </a:custGeom>
            <a:solidFill>
              <a:srgbClr val="38512F"/>
            </a:solidFill>
          </p:spPr>
        </p:sp>
      </p:grpSp>
      <p:sp>
        <p:nvSpPr>
          <p:cNvPr id="63" name="TextBox 63"/>
          <p:cNvSpPr txBox="1"/>
          <p:nvPr/>
        </p:nvSpPr>
        <p:spPr>
          <a:xfrm>
            <a:off x="8003773" y="545823"/>
            <a:ext cx="7572416" cy="4372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38"/>
              </a:lnSpc>
            </a:pPr>
            <a:r>
              <a:rPr lang="en-US" sz="4864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The Current Landscape: Resilience and Adaptation</a:t>
            </a:r>
          </a:p>
          <a:p>
            <a:pPr algn="l">
              <a:lnSpc>
                <a:spcPts val="3288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Despite the shocks, global trade has </a:t>
            </a:r>
          </a:p>
          <a:p>
            <a:pPr algn="l">
              <a:lnSpc>
                <a:spcPts val="3288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shown resilience. Governments and </a:t>
            </a:r>
          </a:p>
          <a:p>
            <a:pPr algn="l">
              <a:lnSpc>
                <a:spcPts val="3288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firms rerouted suppliers, diversified </a:t>
            </a:r>
          </a:p>
          <a:p>
            <a:pPr algn="l">
              <a:lnSpc>
                <a:spcPts val="3288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markets, and adopted policies to </a:t>
            </a:r>
          </a:p>
          <a:p>
            <a:pPr algn="l">
              <a:lnSpc>
                <a:spcPts val="3288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stabilise supply.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423530" y="5167949"/>
            <a:ext cx="3940621" cy="2602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6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Import sourcing shifted toward unaffected regions and alternative suppliers.</a:t>
            </a:r>
          </a:p>
          <a:p>
            <a:pPr algn="l">
              <a:lnSpc>
                <a:spcPts val="3306"/>
              </a:lnSpc>
              <a:spcBef>
                <a:spcPts val="799"/>
              </a:spcBef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Longer-term investments target redundancy, security, and strategic stockpiles.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3021351" y="4532286"/>
            <a:ext cx="3006868" cy="123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Capacity reallocation and inventory policies reduced disruption risk.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3021351" y="7950414"/>
            <a:ext cx="3544406" cy="123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77"/>
              </a:lnSpc>
            </a:pPr>
            <a:r>
              <a:rPr lang="en-US" sz="2066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Trade agreements and pragmatic diplomacy stabilized crucial supply corridors.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3021351" y="7309888"/>
            <a:ext cx="2570446" cy="424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4"/>
              </a:lnSpc>
            </a:pPr>
            <a:r>
              <a:rPr lang="en-US" sz="243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Diplomatic pivots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3021351" y="3891761"/>
            <a:ext cx="2906919" cy="424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04"/>
              </a:lnSpc>
            </a:pPr>
            <a:r>
              <a:rPr lang="en-US" sz="2432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Industrial resilience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6115" y="-88992"/>
            <a:ext cx="16195756" cy="10456050"/>
            <a:chOff x="0" y="0"/>
            <a:chExt cx="11557000" cy="7461250"/>
          </a:xfrm>
        </p:grpSpPr>
        <p:sp>
          <p:nvSpPr>
            <p:cNvPr id="3" name="Freeform 3"/>
            <p:cNvSpPr/>
            <p:nvPr/>
          </p:nvSpPr>
          <p:spPr>
            <a:xfrm>
              <a:off x="68326" y="68326"/>
              <a:ext cx="11420348" cy="7324598"/>
            </a:xfrm>
            <a:custGeom>
              <a:avLst/>
              <a:gdLst/>
              <a:ahLst/>
              <a:cxnLst/>
              <a:rect l="l" t="t" r="r" b="b"/>
              <a:pathLst>
                <a:path w="11420348" h="7324598">
                  <a:moveTo>
                    <a:pt x="0" y="0"/>
                  </a:moveTo>
                  <a:lnTo>
                    <a:pt x="0" y="7324598"/>
                  </a:lnTo>
                  <a:lnTo>
                    <a:pt x="11420348" y="7324598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F2E4CF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7334250"/>
            </a:xfrm>
            <a:custGeom>
              <a:avLst/>
              <a:gdLst/>
              <a:ahLst/>
              <a:cxnLst/>
              <a:rect l="l" t="t" r="r" b="b"/>
              <a:pathLst>
                <a:path w="11430000" h="7334250">
                  <a:moveTo>
                    <a:pt x="0" y="0"/>
                  </a:moveTo>
                  <a:lnTo>
                    <a:pt x="11430000" y="0"/>
                  </a:lnTo>
                  <a:lnTo>
                    <a:pt x="11430000" y="7334250"/>
                  </a:lnTo>
                  <a:lnTo>
                    <a:pt x="0" y="7334250"/>
                  </a:lnTo>
                  <a:close/>
                </a:path>
              </a:pathLst>
            </a:custGeom>
            <a:solidFill>
              <a:srgbClr val="FEF5E7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1146223" y="0"/>
            <a:ext cx="6006669" cy="10278079"/>
            <a:chOff x="0" y="0"/>
            <a:chExt cx="5715000" cy="9779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15000" cy="9779000"/>
            </a:xfrm>
            <a:custGeom>
              <a:avLst/>
              <a:gdLst/>
              <a:ahLst/>
              <a:cxnLst/>
              <a:rect l="l" t="t" r="r" b="b"/>
              <a:pathLst>
                <a:path w="5715000" h="9779000">
                  <a:moveTo>
                    <a:pt x="0" y="0"/>
                  </a:moveTo>
                  <a:lnTo>
                    <a:pt x="5715000" y="0"/>
                  </a:lnTo>
                  <a:lnTo>
                    <a:pt x="5715000" y="9779000"/>
                  </a:lnTo>
                  <a:lnTo>
                    <a:pt x="0" y="977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0" r="-49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940442" y="4008891"/>
            <a:ext cx="8400434" cy="1713009"/>
            <a:chOff x="0" y="0"/>
            <a:chExt cx="5994400" cy="1222375"/>
          </a:xfrm>
        </p:grpSpPr>
        <p:sp>
          <p:nvSpPr>
            <p:cNvPr id="8" name="Freeform 8"/>
            <p:cNvSpPr/>
            <p:nvPr/>
          </p:nvSpPr>
          <p:spPr>
            <a:xfrm>
              <a:off x="72898" y="72898"/>
              <a:ext cx="5848604" cy="1076579"/>
            </a:xfrm>
            <a:custGeom>
              <a:avLst/>
              <a:gdLst/>
              <a:ahLst/>
              <a:cxnLst/>
              <a:rect l="l" t="t" r="r" b="b"/>
              <a:pathLst>
                <a:path w="5848604" h="1076579">
                  <a:moveTo>
                    <a:pt x="127" y="1063244"/>
                  </a:moveTo>
                  <a:lnTo>
                    <a:pt x="127" y="13335"/>
                  </a:lnTo>
                  <a:cubicBezTo>
                    <a:pt x="127" y="11557"/>
                    <a:pt x="508" y="9906"/>
                    <a:pt x="1143" y="8255"/>
                  </a:cubicBezTo>
                  <a:cubicBezTo>
                    <a:pt x="1778" y="6604"/>
                    <a:pt x="2794" y="5207"/>
                    <a:pt x="4064" y="3937"/>
                  </a:cubicBezTo>
                  <a:cubicBezTo>
                    <a:pt x="5334" y="2667"/>
                    <a:pt x="6731" y="1778"/>
                    <a:pt x="8382" y="1016"/>
                  </a:cubicBezTo>
                  <a:cubicBezTo>
                    <a:pt x="10033" y="254"/>
                    <a:pt x="11684" y="0"/>
                    <a:pt x="13462" y="0"/>
                  </a:cubicBezTo>
                  <a:lnTo>
                    <a:pt x="5835269" y="0"/>
                  </a:lnTo>
                  <a:cubicBezTo>
                    <a:pt x="5837047" y="0"/>
                    <a:pt x="5838698" y="381"/>
                    <a:pt x="5840349" y="1016"/>
                  </a:cubicBezTo>
                  <a:cubicBezTo>
                    <a:pt x="5842000" y="1651"/>
                    <a:pt x="5843397" y="2667"/>
                    <a:pt x="5844667" y="3937"/>
                  </a:cubicBezTo>
                  <a:cubicBezTo>
                    <a:pt x="5845937" y="5207"/>
                    <a:pt x="5846826" y="6604"/>
                    <a:pt x="5847588" y="8255"/>
                  </a:cubicBezTo>
                  <a:cubicBezTo>
                    <a:pt x="5848350" y="9906"/>
                    <a:pt x="5848604" y="11557"/>
                    <a:pt x="5848604" y="13335"/>
                  </a:cubicBezTo>
                  <a:lnTo>
                    <a:pt x="5848604" y="1063244"/>
                  </a:lnTo>
                  <a:cubicBezTo>
                    <a:pt x="5848604" y="1065022"/>
                    <a:pt x="5848223" y="1066673"/>
                    <a:pt x="5847588" y="1068324"/>
                  </a:cubicBezTo>
                  <a:cubicBezTo>
                    <a:pt x="5846953" y="1069975"/>
                    <a:pt x="5845937" y="1071372"/>
                    <a:pt x="5844667" y="1072642"/>
                  </a:cubicBezTo>
                  <a:cubicBezTo>
                    <a:pt x="5843397" y="1073912"/>
                    <a:pt x="5842000" y="1074801"/>
                    <a:pt x="5840349" y="1075563"/>
                  </a:cubicBezTo>
                  <a:cubicBezTo>
                    <a:pt x="5838698" y="1076325"/>
                    <a:pt x="5837047" y="1076579"/>
                    <a:pt x="5835269" y="1076579"/>
                  </a:cubicBezTo>
                  <a:lnTo>
                    <a:pt x="13335" y="1076579"/>
                  </a:lnTo>
                  <a:cubicBezTo>
                    <a:pt x="11557" y="1076579"/>
                    <a:pt x="9906" y="1076198"/>
                    <a:pt x="8255" y="1075563"/>
                  </a:cubicBezTo>
                  <a:cubicBezTo>
                    <a:pt x="6604" y="1074928"/>
                    <a:pt x="5207" y="1073912"/>
                    <a:pt x="3937" y="1072642"/>
                  </a:cubicBezTo>
                  <a:cubicBezTo>
                    <a:pt x="2667" y="1071372"/>
                    <a:pt x="1778" y="1069975"/>
                    <a:pt x="1016" y="1068324"/>
                  </a:cubicBezTo>
                  <a:cubicBezTo>
                    <a:pt x="254" y="1066673"/>
                    <a:pt x="0" y="1065022"/>
                    <a:pt x="0" y="1063244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63373" y="63373"/>
              <a:ext cx="5867654" cy="1095629"/>
            </a:xfrm>
            <a:custGeom>
              <a:avLst/>
              <a:gdLst/>
              <a:ahLst/>
              <a:cxnLst/>
              <a:rect l="l" t="t" r="r" b="b"/>
              <a:pathLst>
                <a:path w="5867654" h="1095629">
                  <a:moveTo>
                    <a:pt x="127" y="1072769"/>
                  </a:moveTo>
                  <a:lnTo>
                    <a:pt x="127" y="22860"/>
                  </a:lnTo>
                  <a:lnTo>
                    <a:pt x="9652" y="22860"/>
                  </a:ln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lnTo>
                    <a:pt x="10668" y="17780"/>
                  </a:lnTo>
                  <a:lnTo>
                    <a:pt x="1905" y="14097"/>
                  </a:lnTo>
                  <a:cubicBezTo>
                    <a:pt x="3048" y="11303"/>
                    <a:pt x="4699" y="8890"/>
                    <a:pt x="6858" y="6731"/>
                  </a:cubicBezTo>
                  <a:lnTo>
                    <a:pt x="13589" y="13462"/>
                  </a:lnTo>
                  <a:lnTo>
                    <a:pt x="6858" y="6731"/>
                  </a:ln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22987" y="9525"/>
                  </a:lnTo>
                  <a:lnTo>
                    <a:pt x="22987" y="127"/>
                  </a:lnTo>
                  <a:lnTo>
                    <a:pt x="5844794" y="127"/>
                  </a:lnTo>
                  <a:lnTo>
                    <a:pt x="5844794" y="9652"/>
                  </a:lnTo>
                  <a:lnTo>
                    <a:pt x="5844794" y="127"/>
                  </a:lnTo>
                  <a:cubicBezTo>
                    <a:pt x="5847842" y="127"/>
                    <a:pt x="5850763" y="762"/>
                    <a:pt x="5853557" y="1905"/>
                  </a:cubicBezTo>
                  <a:cubicBezTo>
                    <a:pt x="5856351" y="3048"/>
                    <a:pt x="5858764" y="4699"/>
                    <a:pt x="5860923" y="6858"/>
                  </a:cubicBezTo>
                  <a:lnTo>
                    <a:pt x="5854192" y="13589"/>
                  </a:lnTo>
                  <a:lnTo>
                    <a:pt x="5860923" y="6858"/>
                  </a:lnTo>
                  <a:cubicBezTo>
                    <a:pt x="5863082" y="9017"/>
                    <a:pt x="5864733" y="11430"/>
                    <a:pt x="5865876" y="14224"/>
                  </a:cubicBezTo>
                  <a:lnTo>
                    <a:pt x="5857113" y="17907"/>
                  </a:lnTo>
                  <a:lnTo>
                    <a:pt x="5865876" y="14224"/>
                  </a:lnTo>
                  <a:cubicBezTo>
                    <a:pt x="5867019" y="17018"/>
                    <a:pt x="5867654" y="19939"/>
                    <a:pt x="5867654" y="22987"/>
                  </a:cubicBezTo>
                  <a:lnTo>
                    <a:pt x="5867654" y="1072769"/>
                  </a:lnTo>
                  <a:cubicBezTo>
                    <a:pt x="5867654" y="1075817"/>
                    <a:pt x="5867019" y="1078738"/>
                    <a:pt x="5865876" y="1081532"/>
                  </a:cubicBezTo>
                  <a:lnTo>
                    <a:pt x="5857113" y="1077849"/>
                  </a:lnTo>
                  <a:lnTo>
                    <a:pt x="5865876" y="1081532"/>
                  </a:lnTo>
                  <a:cubicBezTo>
                    <a:pt x="5864733" y="1084326"/>
                    <a:pt x="5863082" y="1086739"/>
                    <a:pt x="5860923" y="1088898"/>
                  </a:cubicBezTo>
                  <a:cubicBezTo>
                    <a:pt x="5858764" y="1091057"/>
                    <a:pt x="5856351" y="1092708"/>
                    <a:pt x="5853557" y="1093851"/>
                  </a:cubicBezTo>
                  <a:cubicBezTo>
                    <a:pt x="5850763" y="1094994"/>
                    <a:pt x="5847842" y="1095629"/>
                    <a:pt x="5844794" y="1095629"/>
                  </a:cubicBezTo>
                  <a:lnTo>
                    <a:pt x="22860" y="1095629"/>
                  </a:lnTo>
                  <a:cubicBezTo>
                    <a:pt x="19812" y="1095629"/>
                    <a:pt x="16891" y="1094994"/>
                    <a:pt x="14097" y="1093851"/>
                  </a:cubicBezTo>
                  <a:lnTo>
                    <a:pt x="17780" y="1085088"/>
                  </a:lnTo>
                  <a:lnTo>
                    <a:pt x="14097" y="1093851"/>
                  </a:lnTo>
                  <a:cubicBezTo>
                    <a:pt x="11303" y="1092708"/>
                    <a:pt x="8890" y="1091057"/>
                    <a:pt x="6731" y="1088898"/>
                  </a:cubicBezTo>
                  <a:cubicBezTo>
                    <a:pt x="4572" y="1086739"/>
                    <a:pt x="2921" y="1084326"/>
                    <a:pt x="1778" y="1081532"/>
                  </a:cubicBezTo>
                  <a:cubicBezTo>
                    <a:pt x="635" y="1078738"/>
                    <a:pt x="0" y="1075817"/>
                    <a:pt x="0" y="1072769"/>
                  </a:cubicBezTo>
                  <a:lnTo>
                    <a:pt x="9525" y="1072769"/>
                  </a:lnTo>
                  <a:lnTo>
                    <a:pt x="127" y="1072769"/>
                  </a:lnTo>
                  <a:moveTo>
                    <a:pt x="19177" y="1072769"/>
                  </a:moveTo>
                  <a:cubicBezTo>
                    <a:pt x="19177" y="1073277"/>
                    <a:pt x="19304" y="1073785"/>
                    <a:pt x="19431" y="1074166"/>
                  </a:cubicBezTo>
                  <a:lnTo>
                    <a:pt x="10668" y="1077849"/>
                  </a:lnTo>
                  <a:lnTo>
                    <a:pt x="19431" y="1074166"/>
                  </a:lnTo>
                  <a:cubicBezTo>
                    <a:pt x="19685" y="1074674"/>
                    <a:pt x="19939" y="1075055"/>
                    <a:pt x="20193" y="1075436"/>
                  </a:cubicBezTo>
                  <a:lnTo>
                    <a:pt x="13462" y="1082167"/>
                  </a:lnTo>
                  <a:lnTo>
                    <a:pt x="20193" y="1075436"/>
                  </a:lnTo>
                  <a:cubicBezTo>
                    <a:pt x="20574" y="1075817"/>
                    <a:pt x="20955" y="1076071"/>
                    <a:pt x="21463" y="1076198"/>
                  </a:cubicBezTo>
                  <a:cubicBezTo>
                    <a:pt x="21971" y="1076452"/>
                    <a:pt x="22352" y="1076452"/>
                    <a:pt x="22860" y="1076452"/>
                  </a:cubicBezTo>
                  <a:lnTo>
                    <a:pt x="22860" y="1085977"/>
                  </a:lnTo>
                  <a:lnTo>
                    <a:pt x="22860" y="1076452"/>
                  </a:lnTo>
                  <a:lnTo>
                    <a:pt x="5844794" y="1076452"/>
                  </a:lnTo>
                  <a:lnTo>
                    <a:pt x="5844794" y="1085977"/>
                  </a:lnTo>
                  <a:lnTo>
                    <a:pt x="5844794" y="1076452"/>
                  </a:lnTo>
                  <a:cubicBezTo>
                    <a:pt x="5845302" y="1076452"/>
                    <a:pt x="5845810" y="1076325"/>
                    <a:pt x="5846191" y="1076198"/>
                  </a:cubicBezTo>
                  <a:lnTo>
                    <a:pt x="5849874" y="1084961"/>
                  </a:lnTo>
                  <a:lnTo>
                    <a:pt x="5846191" y="1076198"/>
                  </a:lnTo>
                  <a:cubicBezTo>
                    <a:pt x="5846699" y="1075944"/>
                    <a:pt x="5847080" y="1075690"/>
                    <a:pt x="5847461" y="1075436"/>
                  </a:cubicBezTo>
                  <a:lnTo>
                    <a:pt x="5854192" y="1082167"/>
                  </a:lnTo>
                  <a:lnTo>
                    <a:pt x="5847461" y="1075436"/>
                  </a:lnTo>
                  <a:cubicBezTo>
                    <a:pt x="5847842" y="1075055"/>
                    <a:pt x="5848096" y="1074674"/>
                    <a:pt x="5848223" y="1074166"/>
                  </a:cubicBezTo>
                  <a:cubicBezTo>
                    <a:pt x="5848477" y="1073658"/>
                    <a:pt x="5848477" y="1073277"/>
                    <a:pt x="5848477" y="1072769"/>
                  </a:cubicBezTo>
                  <a:lnTo>
                    <a:pt x="5858002" y="1072769"/>
                  </a:lnTo>
                  <a:lnTo>
                    <a:pt x="5848477" y="1072769"/>
                  </a:lnTo>
                  <a:lnTo>
                    <a:pt x="5848477" y="22860"/>
                  </a:lnTo>
                  <a:lnTo>
                    <a:pt x="5858002" y="22860"/>
                  </a:lnTo>
                  <a:lnTo>
                    <a:pt x="5848477" y="22860"/>
                  </a:lnTo>
                  <a:cubicBezTo>
                    <a:pt x="5848477" y="22352"/>
                    <a:pt x="5848350" y="21844"/>
                    <a:pt x="5848223" y="21463"/>
                  </a:cubicBezTo>
                  <a:cubicBezTo>
                    <a:pt x="5847969" y="20955"/>
                    <a:pt x="5847715" y="20574"/>
                    <a:pt x="5847461" y="20320"/>
                  </a:cubicBezTo>
                  <a:cubicBezTo>
                    <a:pt x="5847207" y="20066"/>
                    <a:pt x="5846699" y="19685"/>
                    <a:pt x="5846318" y="19558"/>
                  </a:cubicBezTo>
                  <a:lnTo>
                    <a:pt x="5850001" y="10795"/>
                  </a:lnTo>
                  <a:lnTo>
                    <a:pt x="5846318" y="19558"/>
                  </a:lnTo>
                  <a:cubicBezTo>
                    <a:pt x="5845810" y="19304"/>
                    <a:pt x="5845429" y="19304"/>
                    <a:pt x="5844921" y="19304"/>
                  </a:cubicBezTo>
                  <a:lnTo>
                    <a:pt x="22860" y="19304"/>
                  </a:lnTo>
                  <a:cubicBezTo>
                    <a:pt x="22352" y="19304"/>
                    <a:pt x="21844" y="19431"/>
                    <a:pt x="21463" y="19558"/>
                  </a:cubicBezTo>
                  <a:lnTo>
                    <a:pt x="17780" y="10795"/>
                  </a:lnTo>
                  <a:lnTo>
                    <a:pt x="21463" y="19558"/>
                  </a:lnTo>
                  <a:cubicBezTo>
                    <a:pt x="20955" y="19812"/>
                    <a:pt x="20574" y="20066"/>
                    <a:pt x="20320" y="20320"/>
                  </a:cubicBezTo>
                  <a:cubicBezTo>
                    <a:pt x="19939" y="20701"/>
                    <a:pt x="19685" y="21082"/>
                    <a:pt x="19558" y="21463"/>
                  </a:cubicBezTo>
                  <a:cubicBezTo>
                    <a:pt x="19304" y="21971"/>
                    <a:pt x="19304" y="22352"/>
                    <a:pt x="19304" y="22860"/>
                  </a:cubicBezTo>
                  <a:lnTo>
                    <a:pt x="19304" y="1072769"/>
                  </a:lnTo>
                  <a:close/>
                </a:path>
              </a:pathLst>
            </a:custGeom>
            <a:solidFill>
              <a:srgbClr val="D9CDBA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82423" y="82423"/>
              <a:ext cx="724027" cy="1057402"/>
            </a:xfrm>
            <a:custGeom>
              <a:avLst/>
              <a:gdLst/>
              <a:ahLst/>
              <a:cxnLst/>
              <a:rect l="l" t="t" r="r" b="b"/>
              <a:pathLst>
                <a:path w="724027" h="1057402">
                  <a:moveTo>
                    <a:pt x="127" y="1053719"/>
                  </a:moveTo>
                  <a:lnTo>
                    <a:pt x="127" y="3810"/>
                  </a:lnTo>
                  <a:cubicBezTo>
                    <a:pt x="127" y="2794"/>
                    <a:pt x="508" y="1905"/>
                    <a:pt x="1270" y="1143"/>
                  </a:cubicBezTo>
                  <a:cubicBezTo>
                    <a:pt x="2032" y="381"/>
                    <a:pt x="2921" y="0"/>
                    <a:pt x="3937" y="0"/>
                  </a:cubicBezTo>
                  <a:lnTo>
                    <a:pt x="724027" y="0"/>
                  </a:lnTo>
                  <a:lnTo>
                    <a:pt x="724027" y="1057402"/>
                  </a:lnTo>
                  <a:lnTo>
                    <a:pt x="3810" y="1057402"/>
                  </a:lnTo>
                  <a:cubicBezTo>
                    <a:pt x="2794" y="1057402"/>
                    <a:pt x="1905" y="1057021"/>
                    <a:pt x="1143" y="1056259"/>
                  </a:cubicBezTo>
                  <a:cubicBezTo>
                    <a:pt x="381" y="1055497"/>
                    <a:pt x="0" y="1054608"/>
                    <a:pt x="0" y="105359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346329" y="467106"/>
              <a:ext cx="203084" cy="285242"/>
            </a:xfrm>
            <a:custGeom>
              <a:avLst/>
              <a:gdLst/>
              <a:ahLst/>
              <a:cxnLst/>
              <a:rect l="l" t="t" r="r" b="b"/>
              <a:pathLst>
                <a:path w="203084" h="285242">
                  <a:moveTo>
                    <a:pt x="63246" y="226314"/>
                  </a:moveTo>
                  <a:cubicBezTo>
                    <a:pt x="63246" y="241808"/>
                    <a:pt x="63627" y="248793"/>
                    <a:pt x="64135" y="252730"/>
                  </a:cubicBezTo>
                  <a:lnTo>
                    <a:pt x="58166" y="253619"/>
                  </a:lnTo>
                  <a:lnTo>
                    <a:pt x="64008" y="251968"/>
                  </a:lnTo>
                  <a:cubicBezTo>
                    <a:pt x="64770" y="254508"/>
                    <a:pt x="65786" y="257175"/>
                    <a:pt x="67183" y="259842"/>
                  </a:cubicBezTo>
                  <a:lnTo>
                    <a:pt x="61849" y="262636"/>
                  </a:lnTo>
                  <a:lnTo>
                    <a:pt x="66802" y="259080"/>
                  </a:lnTo>
                  <a:cubicBezTo>
                    <a:pt x="69596" y="263017"/>
                    <a:pt x="73406" y="266827"/>
                    <a:pt x="77216" y="269621"/>
                  </a:cubicBezTo>
                  <a:lnTo>
                    <a:pt x="73660" y="274574"/>
                  </a:lnTo>
                  <a:lnTo>
                    <a:pt x="76454" y="269240"/>
                  </a:lnTo>
                  <a:cubicBezTo>
                    <a:pt x="78994" y="270637"/>
                    <a:pt x="81661" y="271653"/>
                    <a:pt x="84201" y="272415"/>
                  </a:cubicBezTo>
                  <a:lnTo>
                    <a:pt x="82550" y="278257"/>
                  </a:lnTo>
                  <a:lnTo>
                    <a:pt x="83566" y="272288"/>
                  </a:lnTo>
                  <a:cubicBezTo>
                    <a:pt x="87376" y="272923"/>
                    <a:pt x="92837" y="273304"/>
                    <a:pt x="112522" y="273177"/>
                  </a:cubicBezTo>
                  <a:lnTo>
                    <a:pt x="112522" y="279273"/>
                  </a:lnTo>
                  <a:lnTo>
                    <a:pt x="111887" y="273304"/>
                  </a:lnTo>
                  <a:cubicBezTo>
                    <a:pt x="117475" y="272669"/>
                    <a:pt x="121412" y="271780"/>
                    <a:pt x="125349" y="270129"/>
                  </a:cubicBezTo>
                  <a:lnTo>
                    <a:pt x="127635" y="275717"/>
                  </a:lnTo>
                  <a:lnTo>
                    <a:pt x="124460" y="270510"/>
                  </a:lnTo>
                  <a:cubicBezTo>
                    <a:pt x="128397" y="268097"/>
                    <a:pt x="132334" y="264668"/>
                    <a:pt x="135636" y="260604"/>
                  </a:cubicBezTo>
                  <a:lnTo>
                    <a:pt x="140335" y="264414"/>
                  </a:lnTo>
                  <a:lnTo>
                    <a:pt x="135001" y="261493"/>
                  </a:lnTo>
                  <a:cubicBezTo>
                    <a:pt x="137287" y="257429"/>
                    <a:pt x="138684" y="253365"/>
                    <a:pt x="139192" y="250952"/>
                  </a:cubicBezTo>
                  <a:lnTo>
                    <a:pt x="145161" y="252222"/>
                  </a:lnTo>
                  <a:lnTo>
                    <a:pt x="139192" y="251460"/>
                  </a:lnTo>
                  <a:cubicBezTo>
                    <a:pt x="139319" y="250444"/>
                    <a:pt x="139446" y="245491"/>
                    <a:pt x="139573" y="239141"/>
                  </a:cubicBezTo>
                  <a:cubicBezTo>
                    <a:pt x="139827" y="230759"/>
                    <a:pt x="140081" y="220218"/>
                    <a:pt x="140462" y="216535"/>
                  </a:cubicBezTo>
                  <a:cubicBezTo>
                    <a:pt x="140462" y="216408"/>
                    <a:pt x="140462" y="216281"/>
                    <a:pt x="140462" y="216154"/>
                  </a:cubicBezTo>
                  <a:cubicBezTo>
                    <a:pt x="140462" y="216027"/>
                    <a:pt x="140462" y="215900"/>
                    <a:pt x="140462" y="215900"/>
                  </a:cubicBezTo>
                  <a:cubicBezTo>
                    <a:pt x="141478" y="210185"/>
                    <a:pt x="143129" y="203962"/>
                    <a:pt x="145034" y="198120"/>
                  </a:cubicBezTo>
                  <a:cubicBezTo>
                    <a:pt x="145034" y="197993"/>
                    <a:pt x="145161" y="197866"/>
                    <a:pt x="145161" y="197866"/>
                  </a:cubicBezTo>
                  <a:cubicBezTo>
                    <a:pt x="147320" y="192024"/>
                    <a:pt x="152273" y="181864"/>
                    <a:pt x="158115" y="171831"/>
                  </a:cubicBezTo>
                  <a:cubicBezTo>
                    <a:pt x="158242" y="171704"/>
                    <a:pt x="158242" y="171577"/>
                    <a:pt x="158369" y="171450"/>
                  </a:cubicBezTo>
                  <a:cubicBezTo>
                    <a:pt x="161290" y="167132"/>
                    <a:pt x="165100" y="162179"/>
                    <a:pt x="168783" y="157353"/>
                  </a:cubicBezTo>
                  <a:cubicBezTo>
                    <a:pt x="172212" y="152781"/>
                    <a:pt x="175387" y="148463"/>
                    <a:pt x="177800" y="145161"/>
                  </a:cubicBezTo>
                  <a:cubicBezTo>
                    <a:pt x="178308" y="144399"/>
                    <a:pt x="178816" y="143637"/>
                    <a:pt x="179324" y="143002"/>
                  </a:cubicBezTo>
                  <a:lnTo>
                    <a:pt x="184404" y="146304"/>
                  </a:lnTo>
                  <a:lnTo>
                    <a:pt x="179070" y="143383"/>
                  </a:lnTo>
                  <a:cubicBezTo>
                    <a:pt x="183007" y="136144"/>
                    <a:pt x="186436" y="127889"/>
                    <a:pt x="188849" y="119761"/>
                  </a:cubicBezTo>
                  <a:lnTo>
                    <a:pt x="194691" y="121539"/>
                  </a:lnTo>
                  <a:lnTo>
                    <a:pt x="188722" y="120396"/>
                  </a:lnTo>
                  <a:cubicBezTo>
                    <a:pt x="190373" y="111760"/>
                    <a:pt x="191262" y="102362"/>
                    <a:pt x="191135" y="94615"/>
                  </a:cubicBezTo>
                  <a:lnTo>
                    <a:pt x="197231" y="94488"/>
                  </a:lnTo>
                  <a:lnTo>
                    <a:pt x="191262" y="95123"/>
                  </a:lnTo>
                  <a:cubicBezTo>
                    <a:pt x="190246" y="86487"/>
                    <a:pt x="188468" y="77978"/>
                    <a:pt x="185928" y="69977"/>
                  </a:cubicBezTo>
                  <a:lnTo>
                    <a:pt x="191643" y="68199"/>
                  </a:lnTo>
                  <a:lnTo>
                    <a:pt x="186055" y="70612"/>
                  </a:lnTo>
                  <a:cubicBezTo>
                    <a:pt x="182499" y="62103"/>
                    <a:pt x="178181" y="54483"/>
                    <a:pt x="173101" y="46990"/>
                  </a:cubicBezTo>
                  <a:lnTo>
                    <a:pt x="178054" y="43561"/>
                  </a:lnTo>
                  <a:lnTo>
                    <a:pt x="173355" y="47498"/>
                  </a:lnTo>
                  <a:cubicBezTo>
                    <a:pt x="167894" y="41021"/>
                    <a:pt x="161417" y="34671"/>
                    <a:pt x="154432" y="28956"/>
                  </a:cubicBezTo>
                  <a:lnTo>
                    <a:pt x="158242" y="24257"/>
                  </a:lnTo>
                  <a:lnTo>
                    <a:pt x="154940" y="29337"/>
                  </a:lnTo>
                  <a:cubicBezTo>
                    <a:pt x="147066" y="24130"/>
                    <a:pt x="138938" y="19939"/>
                    <a:pt x="131699" y="17018"/>
                  </a:cubicBezTo>
                  <a:lnTo>
                    <a:pt x="133985" y="11430"/>
                  </a:lnTo>
                  <a:lnTo>
                    <a:pt x="132207" y="17272"/>
                  </a:lnTo>
                  <a:cubicBezTo>
                    <a:pt x="123698" y="14732"/>
                    <a:pt x="113665" y="12827"/>
                    <a:pt x="105156" y="12065"/>
                  </a:cubicBezTo>
                  <a:lnTo>
                    <a:pt x="105664" y="5969"/>
                  </a:lnTo>
                  <a:lnTo>
                    <a:pt x="105664" y="12065"/>
                  </a:lnTo>
                  <a:cubicBezTo>
                    <a:pt x="96266" y="12065"/>
                    <a:pt x="88011" y="12827"/>
                    <a:pt x="79502" y="14478"/>
                  </a:cubicBezTo>
                  <a:lnTo>
                    <a:pt x="78359" y="8509"/>
                  </a:lnTo>
                  <a:lnTo>
                    <a:pt x="80137" y="14351"/>
                  </a:lnTo>
                  <a:cubicBezTo>
                    <a:pt x="71501" y="16891"/>
                    <a:pt x="62865" y="20447"/>
                    <a:pt x="58674" y="22479"/>
                  </a:cubicBezTo>
                  <a:lnTo>
                    <a:pt x="56007" y="17018"/>
                  </a:lnTo>
                  <a:lnTo>
                    <a:pt x="59055" y="22225"/>
                  </a:lnTo>
                  <a:cubicBezTo>
                    <a:pt x="54737" y="24638"/>
                    <a:pt x="47752" y="29337"/>
                    <a:pt x="40513" y="35433"/>
                  </a:cubicBezTo>
                  <a:lnTo>
                    <a:pt x="36703" y="30734"/>
                  </a:lnTo>
                  <a:lnTo>
                    <a:pt x="41021" y="35052"/>
                  </a:lnTo>
                  <a:cubicBezTo>
                    <a:pt x="35560" y="40513"/>
                    <a:pt x="29718" y="47625"/>
                    <a:pt x="25019" y="54737"/>
                  </a:cubicBezTo>
                  <a:lnTo>
                    <a:pt x="19939" y="51435"/>
                  </a:lnTo>
                  <a:lnTo>
                    <a:pt x="25273" y="54356"/>
                  </a:lnTo>
                  <a:cubicBezTo>
                    <a:pt x="21336" y="61595"/>
                    <a:pt x="17780" y="70104"/>
                    <a:pt x="15494" y="77216"/>
                  </a:cubicBezTo>
                  <a:lnTo>
                    <a:pt x="9271" y="75438"/>
                  </a:lnTo>
                  <a:lnTo>
                    <a:pt x="15113" y="76835"/>
                  </a:lnTo>
                  <a:cubicBezTo>
                    <a:pt x="13462" y="83947"/>
                    <a:pt x="12573" y="89535"/>
                    <a:pt x="11938" y="98298"/>
                  </a:cubicBezTo>
                  <a:lnTo>
                    <a:pt x="5842" y="97790"/>
                  </a:lnTo>
                  <a:lnTo>
                    <a:pt x="11938" y="97663"/>
                  </a:lnTo>
                  <a:cubicBezTo>
                    <a:pt x="12065" y="103251"/>
                    <a:pt x="12954" y="111887"/>
                    <a:pt x="13970" y="117602"/>
                  </a:cubicBezTo>
                  <a:lnTo>
                    <a:pt x="8001" y="118618"/>
                  </a:lnTo>
                  <a:lnTo>
                    <a:pt x="13843" y="117221"/>
                  </a:lnTo>
                  <a:cubicBezTo>
                    <a:pt x="15240" y="122936"/>
                    <a:pt x="17145" y="128651"/>
                    <a:pt x="18796" y="132969"/>
                  </a:cubicBezTo>
                  <a:lnTo>
                    <a:pt x="13208" y="135128"/>
                  </a:lnTo>
                  <a:lnTo>
                    <a:pt x="18669" y="132588"/>
                  </a:lnTo>
                  <a:cubicBezTo>
                    <a:pt x="21336" y="138303"/>
                    <a:pt x="23622" y="142494"/>
                    <a:pt x="28321" y="149860"/>
                  </a:cubicBezTo>
                  <a:lnTo>
                    <a:pt x="23241" y="153162"/>
                  </a:lnTo>
                  <a:lnTo>
                    <a:pt x="28067" y="149479"/>
                  </a:lnTo>
                  <a:cubicBezTo>
                    <a:pt x="37338" y="161417"/>
                    <a:pt x="42799" y="169164"/>
                    <a:pt x="48514" y="178435"/>
                  </a:cubicBezTo>
                  <a:cubicBezTo>
                    <a:pt x="48641" y="178562"/>
                    <a:pt x="48641" y="178689"/>
                    <a:pt x="48768" y="178816"/>
                  </a:cubicBezTo>
                  <a:cubicBezTo>
                    <a:pt x="53594" y="188214"/>
                    <a:pt x="57531" y="197485"/>
                    <a:pt x="60452" y="206883"/>
                  </a:cubicBezTo>
                  <a:cubicBezTo>
                    <a:pt x="60452" y="207010"/>
                    <a:pt x="60579" y="207264"/>
                    <a:pt x="60579" y="207391"/>
                  </a:cubicBezTo>
                  <a:cubicBezTo>
                    <a:pt x="61976" y="213614"/>
                    <a:pt x="63246" y="221615"/>
                    <a:pt x="63246" y="226568"/>
                  </a:cubicBezTo>
                  <a:cubicBezTo>
                    <a:pt x="63246" y="229870"/>
                    <a:pt x="60452" y="232664"/>
                    <a:pt x="57150" y="232537"/>
                  </a:cubicBezTo>
                  <a:cubicBezTo>
                    <a:pt x="53848" y="232410"/>
                    <a:pt x="51054" y="229743"/>
                    <a:pt x="51181" y="226441"/>
                  </a:cubicBezTo>
                  <a:cubicBezTo>
                    <a:pt x="51181" y="222885"/>
                    <a:pt x="50165" y="216027"/>
                    <a:pt x="48895" y="209931"/>
                  </a:cubicBezTo>
                  <a:lnTo>
                    <a:pt x="54864" y="208661"/>
                  </a:lnTo>
                  <a:lnTo>
                    <a:pt x="49149" y="210439"/>
                  </a:lnTo>
                  <a:cubicBezTo>
                    <a:pt x="46482" y="201803"/>
                    <a:pt x="42926" y="193167"/>
                    <a:pt x="38227" y="184404"/>
                  </a:cubicBezTo>
                  <a:lnTo>
                    <a:pt x="43561" y="181610"/>
                  </a:lnTo>
                  <a:lnTo>
                    <a:pt x="38354" y="184785"/>
                  </a:lnTo>
                  <a:cubicBezTo>
                    <a:pt x="32893" y="176022"/>
                    <a:pt x="27813" y="168656"/>
                    <a:pt x="18669" y="156845"/>
                  </a:cubicBezTo>
                  <a:cubicBezTo>
                    <a:pt x="18542" y="156718"/>
                    <a:pt x="18415" y="156591"/>
                    <a:pt x="18415" y="156464"/>
                  </a:cubicBezTo>
                  <a:cubicBezTo>
                    <a:pt x="13462" y="148717"/>
                    <a:pt x="10922" y="144018"/>
                    <a:pt x="8001" y="137795"/>
                  </a:cubicBezTo>
                  <a:cubicBezTo>
                    <a:pt x="8001" y="137668"/>
                    <a:pt x="7874" y="137541"/>
                    <a:pt x="7874" y="137414"/>
                  </a:cubicBezTo>
                  <a:cubicBezTo>
                    <a:pt x="5969" y="132588"/>
                    <a:pt x="3937" y="126365"/>
                    <a:pt x="2413" y="120269"/>
                  </a:cubicBezTo>
                  <a:cubicBezTo>
                    <a:pt x="2413" y="120142"/>
                    <a:pt x="2413" y="120015"/>
                    <a:pt x="2286" y="119888"/>
                  </a:cubicBezTo>
                  <a:cubicBezTo>
                    <a:pt x="1143" y="113665"/>
                    <a:pt x="127" y="104394"/>
                    <a:pt x="0" y="98044"/>
                  </a:cubicBezTo>
                  <a:cubicBezTo>
                    <a:pt x="0" y="97790"/>
                    <a:pt x="0" y="97663"/>
                    <a:pt x="0" y="97409"/>
                  </a:cubicBezTo>
                  <a:cubicBezTo>
                    <a:pt x="635" y="88138"/>
                    <a:pt x="1651" y="81915"/>
                    <a:pt x="3429" y="74168"/>
                  </a:cubicBezTo>
                  <a:cubicBezTo>
                    <a:pt x="3429" y="74041"/>
                    <a:pt x="3556" y="73787"/>
                    <a:pt x="3556" y="73660"/>
                  </a:cubicBezTo>
                  <a:cubicBezTo>
                    <a:pt x="6096" y="65786"/>
                    <a:pt x="9906" y="56515"/>
                    <a:pt x="14224" y="48768"/>
                  </a:cubicBezTo>
                  <a:cubicBezTo>
                    <a:pt x="14351" y="48641"/>
                    <a:pt x="14351" y="48387"/>
                    <a:pt x="14478" y="48260"/>
                  </a:cubicBezTo>
                  <a:cubicBezTo>
                    <a:pt x="19685" y="40513"/>
                    <a:pt x="26035" y="32639"/>
                    <a:pt x="32004" y="26670"/>
                  </a:cubicBezTo>
                  <a:cubicBezTo>
                    <a:pt x="32131" y="26543"/>
                    <a:pt x="32258" y="26416"/>
                    <a:pt x="32385" y="26289"/>
                  </a:cubicBezTo>
                  <a:cubicBezTo>
                    <a:pt x="40132" y="19939"/>
                    <a:pt x="47752" y="14732"/>
                    <a:pt x="52705" y="11938"/>
                  </a:cubicBezTo>
                  <a:cubicBezTo>
                    <a:pt x="52832" y="11938"/>
                    <a:pt x="52832" y="11811"/>
                    <a:pt x="52959" y="11811"/>
                  </a:cubicBezTo>
                  <a:cubicBezTo>
                    <a:pt x="57912" y="9398"/>
                    <a:pt x="67056" y="5588"/>
                    <a:pt x="76327" y="2794"/>
                  </a:cubicBezTo>
                  <a:cubicBezTo>
                    <a:pt x="76454" y="2794"/>
                    <a:pt x="76708" y="2667"/>
                    <a:pt x="76962" y="2667"/>
                  </a:cubicBezTo>
                  <a:cubicBezTo>
                    <a:pt x="86233" y="889"/>
                    <a:pt x="95250" y="0"/>
                    <a:pt x="105410" y="0"/>
                  </a:cubicBezTo>
                  <a:cubicBezTo>
                    <a:pt x="105537" y="0"/>
                    <a:pt x="105791" y="0"/>
                    <a:pt x="105918" y="0"/>
                  </a:cubicBezTo>
                  <a:cubicBezTo>
                    <a:pt x="115316" y="762"/>
                    <a:pt x="126238" y="2921"/>
                    <a:pt x="135509" y="5715"/>
                  </a:cubicBezTo>
                  <a:cubicBezTo>
                    <a:pt x="135636" y="5715"/>
                    <a:pt x="135890" y="5842"/>
                    <a:pt x="136017" y="5842"/>
                  </a:cubicBezTo>
                  <a:cubicBezTo>
                    <a:pt x="144018" y="9017"/>
                    <a:pt x="152781" y="13589"/>
                    <a:pt x="161290" y="19177"/>
                  </a:cubicBezTo>
                  <a:cubicBezTo>
                    <a:pt x="161417" y="19304"/>
                    <a:pt x="161671" y="19431"/>
                    <a:pt x="161798" y="19558"/>
                  </a:cubicBezTo>
                  <a:cubicBezTo>
                    <a:pt x="169545" y="25781"/>
                    <a:pt x="176530" y="32639"/>
                    <a:pt x="182499" y="39751"/>
                  </a:cubicBezTo>
                  <a:cubicBezTo>
                    <a:pt x="182626" y="39878"/>
                    <a:pt x="182753" y="40005"/>
                    <a:pt x="182880" y="40259"/>
                  </a:cubicBezTo>
                  <a:cubicBezTo>
                    <a:pt x="188468" y="48387"/>
                    <a:pt x="193040" y="56769"/>
                    <a:pt x="196977" y="66040"/>
                  </a:cubicBezTo>
                  <a:cubicBezTo>
                    <a:pt x="197104" y="66167"/>
                    <a:pt x="197104" y="66421"/>
                    <a:pt x="197231" y="66548"/>
                  </a:cubicBezTo>
                  <a:cubicBezTo>
                    <a:pt x="200025" y="75311"/>
                    <a:pt x="201930" y="84582"/>
                    <a:pt x="203073" y="93980"/>
                  </a:cubicBezTo>
                  <a:cubicBezTo>
                    <a:pt x="203073" y="94234"/>
                    <a:pt x="203073" y="94361"/>
                    <a:pt x="203073" y="94615"/>
                  </a:cubicBezTo>
                  <a:cubicBezTo>
                    <a:pt x="203200" y="103378"/>
                    <a:pt x="202184" y="113538"/>
                    <a:pt x="200406" y="122809"/>
                  </a:cubicBezTo>
                  <a:cubicBezTo>
                    <a:pt x="200406" y="123063"/>
                    <a:pt x="200279" y="123190"/>
                    <a:pt x="200279" y="123317"/>
                  </a:cubicBezTo>
                  <a:cubicBezTo>
                    <a:pt x="197612" y="132334"/>
                    <a:pt x="193929" y="141224"/>
                    <a:pt x="189611" y="149352"/>
                  </a:cubicBezTo>
                  <a:cubicBezTo>
                    <a:pt x="189484" y="149479"/>
                    <a:pt x="189484" y="149733"/>
                    <a:pt x="189357" y="149860"/>
                  </a:cubicBezTo>
                  <a:cubicBezTo>
                    <a:pt x="188849" y="150622"/>
                    <a:pt x="188341" y="151384"/>
                    <a:pt x="187706" y="152273"/>
                  </a:cubicBezTo>
                  <a:cubicBezTo>
                    <a:pt x="185293" y="155829"/>
                    <a:pt x="181864" y="160274"/>
                    <a:pt x="178562" y="164719"/>
                  </a:cubicBezTo>
                  <a:cubicBezTo>
                    <a:pt x="174879" y="169545"/>
                    <a:pt x="171323" y="174498"/>
                    <a:pt x="168402" y="178562"/>
                  </a:cubicBezTo>
                  <a:lnTo>
                    <a:pt x="163449" y="175133"/>
                  </a:lnTo>
                  <a:lnTo>
                    <a:pt x="168656" y="178181"/>
                  </a:lnTo>
                  <a:cubicBezTo>
                    <a:pt x="163068" y="187579"/>
                    <a:pt x="158496" y="197358"/>
                    <a:pt x="156591" y="202311"/>
                  </a:cubicBezTo>
                  <a:lnTo>
                    <a:pt x="150876" y="200152"/>
                  </a:lnTo>
                  <a:lnTo>
                    <a:pt x="156591" y="202057"/>
                  </a:lnTo>
                  <a:cubicBezTo>
                    <a:pt x="154813" y="207391"/>
                    <a:pt x="153416" y="213233"/>
                    <a:pt x="152400" y="218313"/>
                  </a:cubicBezTo>
                  <a:lnTo>
                    <a:pt x="146431" y="217170"/>
                  </a:lnTo>
                  <a:lnTo>
                    <a:pt x="152400" y="218059"/>
                  </a:lnTo>
                  <a:cubicBezTo>
                    <a:pt x="152400" y="218059"/>
                    <a:pt x="152400" y="218186"/>
                    <a:pt x="152400" y="218186"/>
                  </a:cubicBezTo>
                  <a:cubicBezTo>
                    <a:pt x="152019" y="221107"/>
                    <a:pt x="151765" y="230759"/>
                    <a:pt x="151638" y="239649"/>
                  </a:cubicBezTo>
                  <a:cubicBezTo>
                    <a:pt x="151511" y="245618"/>
                    <a:pt x="151384" y="251333"/>
                    <a:pt x="151130" y="252984"/>
                  </a:cubicBezTo>
                  <a:cubicBezTo>
                    <a:pt x="151130" y="252984"/>
                    <a:pt x="151130" y="253111"/>
                    <a:pt x="151130" y="253111"/>
                  </a:cubicBezTo>
                  <a:cubicBezTo>
                    <a:pt x="151130" y="253365"/>
                    <a:pt x="151130" y="253492"/>
                    <a:pt x="151003" y="253746"/>
                  </a:cubicBezTo>
                  <a:cubicBezTo>
                    <a:pt x="150241" y="257429"/>
                    <a:pt x="148336" y="262509"/>
                    <a:pt x="145542" y="267462"/>
                  </a:cubicBezTo>
                  <a:cubicBezTo>
                    <a:pt x="145415" y="267716"/>
                    <a:pt x="145161" y="268097"/>
                    <a:pt x="144907" y="268351"/>
                  </a:cubicBezTo>
                  <a:cubicBezTo>
                    <a:pt x="140843" y="273431"/>
                    <a:pt x="135890" y="277876"/>
                    <a:pt x="130556" y="280924"/>
                  </a:cubicBezTo>
                  <a:cubicBezTo>
                    <a:pt x="130302" y="281051"/>
                    <a:pt x="130048" y="281178"/>
                    <a:pt x="129667" y="281305"/>
                  </a:cubicBezTo>
                  <a:cubicBezTo>
                    <a:pt x="124587" y="283337"/>
                    <a:pt x="119507" y="284607"/>
                    <a:pt x="113030" y="285242"/>
                  </a:cubicBezTo>
                  <a:cubicBezTo>
                    <a:pt x="112776" y="285242"/>
                    <a:pt x="112649" y="285242"/>
                    <a:pt x="112395" y="285242"/>
                  </a:cubicBezTo>
                  <a:cubicBezTo>
                    <a:pt x="93091" y="285242"/>
                    <a:pt x="86487" y="284988"/>
                    <a:pt x="81407" y="284099"/>
                  </a:cubicBezTo>
                  <a:cubicBezTo>
                    <a:pt x="81153" y="284099"/>
                    <a:pt x="81026" y="283972"/>
                    <a:pt x="80772" y="283972"/>
                  </a:cubicBezTo>
                  <a:cubicBezTo>
                    <a:pt x="77470" y="282956"/>
                    <a:pt x="74041" y="281686"/>
                    <a:pt x="70739" y="279908"/>
                  </a:cubicBezTo>
                  <a:cubicBezTo>
                    <a:pt x="70485" y="279781"/>
                    <a:pt x="70231" y="279654"/>
                    <a:pt x="69977" y="279400"/>
                  </a:cubicBezTo>
                  <a:cubicBezTo>
                    <a:pt x="65024" y="275844"/>
                    <a:pt x="60325" y="271018"/>
                    <a:pt x="56769" y="266065"/>
                  </a:cubicBezTo>
                  <a:cubicBezTo>
                    <a:pt x="56642" y="265811"/>
                    <a:pt x="56515" y="265557"/>
                    <a:pt x="56388" y="265430"/>
                  </a:cubicBezTo>
                  <a:cubicBezTo>
                    <a:pt x="54610" y="262128"/>
                    <a:pt x="53213" y="258699"/>
                    <a:pt x="52324" y="255270"/>
                  </a:cubicBezTo>
                  <a:cubicBezTo>
                    <a:pt x="52197" y="255016"/>
                    <a:pt x="52197" y="254762"/>
                    <a:pt x="52197" y="254381"/>
                  </a:cubicBezTo>
                  <a:cubicBezTo>
                    <a:pt x="51562" y="249428"/>
                    <a:pt x="51181" y="241554"/>
                    <a:pt x="51181" y="226314"/>
                  </a:cubicBezTo>
                  <a:cubicBezTo>
                    <a:pt x="51181" y="223012"/>
                    <a:pt x="53848" y="220218"/>
                    <a:pt x="57277" y="220218"/>
                  </a:cubicBezTo>
                  <a:cubicBezTo>
                    <a:pt x="60706" y="220218"/>
                    <a:pt x="63373" y="222885"/>
                    <a:pt x="63373" y="22631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97383" y="683133"/>
              <a:ext cx="100711" cy="12192"/>
            </a:xfrm>
            <a:custGeom>
              <a:avLst/>
              <a:gdLst/>
              <a:ahLst/>
              <a:cxnLst/>
              <a:rect l="l" t="t" r="r" b="b"/>
              <a:pathLst>
                <a:path w="100711" h="12192">
                  <a:moveTo>
                    <a:pt x="94615" y="12192"/>
                  </a:moveTo>
                  <a:lnTo>
                    <a:pt x="6096" y="12192"/>
                  </a:lnTo>
                  <a:cubicBezTo>
                    <a:pt x="2794" y="12192"/>
                    <a:pt x="0" y="9525"/>
                    <a:pt x="0" y="6096"/>
                  </a:cubicBezTo>
                  <a:cubicBezTo>
                    <a:pt x="0" y="2667"/>
                    <a:pt x="2667" y="0"/>
                    <a:pt x="6096" y="0"/>
                  </a:cubicBezTo>
                  <a:lnTo>
                    <a:pt x="94615" y="0"/>
                  </a:lnTo>
                  <a:cubicBezTo>
                    <a:pt x="97917" y="0"/>
                    <a:pt x="100711" y="2667"/>
                    <a:pt x="100711" y="6096"/>
                  </a:cubicBezTo>
                  <a:cubicBezTo>
                    <a:pt x="100711" y="9525"/>
                    <a:pt x="98044" y="12192"/>
                    <a:pt x="94615" y="12192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378862" y="504865"/>
              <a:ext cx="48126" cy="57978"/>
            </a:xfrm>
            <a:custGeom>
              <a:avLst/>
              <a:gdLst/>
              <a:ahLst/>
              <a:cxnLst/>
              <a:rect l="l" t="t" r="r" b="b"/>
              <a:pathLst>
                <a:path w="48126" h="57978">
                  <a:moveTo>
                    <a:pt x="106" y="50887"/>
                  </a:moveTo>
                  <a:cubicBezTo>
                    <a:pt x="2011" y="39711"/>
                    <a:pt x="6456" y="29551"/>
                    <a:pt x="13441" y="20661"/>
                  </a:cubicBezTo>
                  <a:lnTo>
                    <a:pt x="18140" y="24344"/>
                  </a:lnTo>
                  <a:lnTo>
                    <a:pt x="13441" y="20661"/>
                  </a:lnTo>
                  <a:cubicBezTo>
                    <a:pt x="20426" y="11771"/>
                    <a:pt x="29189" y="5040"/>
                    <a:pt x="39603" y="468"/>
                  </a:cubicBezTo>
                  <a:cubicBezTo>
                    <a:pt x="42651" y="-802"/>
                    <a:pt x="46207" y="595"/>
                    <a:pt x="47604" y="3643"/>
                  </a:cubicBezTo>
                  <a:cubicBezTo>
                    <a:pt x="49001" y="6691"/>
                    <a:pt x="47477" y="10247"/>
                    <a:pt x="44429" y="11644"/>
                  </a:cubicBezTo>
                  <a:cubicBezTo>
                    <a:pt x="35920" y="15327"/>
                    <a:pt x="28681" y="20788"/>
                    <a:pt x="22966" y="28154"/>
                  </a:cubicBezTo>
                  <a:cubicBezTo>
                    <a:pt x="17251" y="35520"/>
                    <a:pt x="13568" y="43775"/>
                    <a:pt x="12044" y="52919"/>
                  </a:cubicBezTo>
                  <a:cubicBezTo>
                    <a:pt x="11536" y="56221"/>
                    <a:pt x="8361" y="58507"/>
                    <a:pt x="5059" y="57872"/>
                  </a:cubicBezTo>
                  <a:cubicBezTo>
                    <a:pt x="1757" y="57237"/>
                    <a:pt x="-529" y="54189"/>
                    <a:pt x="106" y="5088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940442" y="5797544"/>
            <a:ext cx="8400434" cy="1713009"/>
            <a:chOff x="0" y="0"/>
            <a:chExt cx="5994400" cy="1222375"/>
          </a:xfrm>
        </p:grpSpPr>
        <p:sp>
          <p:nvSpPr>
            <p:cNvPr id="15" name="Freeform 15"/>
            <p:cNvSpPr/>
            <p:nvPr/>
          </p:nvSpPr>
          <p:spPr>
            <a:xfrm>
              <a:off x="72898" y="72898"/>
              <a:ext cx="5848604" cy="1076579"/>
            </a:xfrm>
            <a:custGeom>
              <a:avLst/>
              <a:gdLst/>
              <a:ahLst/>
              <a:cxnLst/>
              <a:rect l="l" t="t" r="r" b="b"/>
              <a:pathLst>
                <a:path w="5848604" h="1076579">
                  <a:moveTo>
                    <a:pt x="127" y="1063244"/>
                  </a:moveTo>
                  <a:lnTo>
                    <a:pt x="127" y="13335"/>
                  </a:lnTo>
                  <a:cubicBezTo>
                    <a:pt x="127" y="11557"/>
                    <a:pt x="508" y="9906"/>
                    <a:pt x="1143" y="8255"/>
                  </a:cubicBezTo>
                  <a:cubicBezTo>
                    <a:pt x="1778" y="6604"/>
                    <a:pt x="2794" y="5207"/>
                    <a:pt x="4064" y="3937"/>
                  </a:cubicBezTo>
                  <a:cubicBezTo>
                    <a:pt x="5334" y="2667"/>
                    <a:pt x="6731" y="1778"/>
                    <a:pt x="8382" y="1016"/>
                  </a:cubicBezTo>
                  <a:cubicBezTo>
                    <a:pt x="10033" y="254"/>
                    <a:pt x="11684" y="0"/>
                    <a:pt x="13462" y="0"/>
                  </a:cubicBezTo>
                  <a:lnTo>
                    <a:pt x="5835269" y="0"/>
                  </a:lnTo>
                  <a:cubicBezTo>
                    <a:pt x="5837047" y="0"/>
                    <a:pt x="5838698" y="381"/>
                    <a:pt x="5840349" y="1016"/>
                  </a:cubicBezTo>
                  <a:cubicBezTo>
                    <a:pt x="5842000" y="1651"/>
                    <a:pt x="5843397" y="2667"/>
                    <a:pt x="5844667" y="3937"/>
                  </a:cubicBezTo>
                  <a:cubicBezTo>
                    <a:pt x="5845937" y="5207"/>
                    <a:pt x="5846826" y="6604"/>
                    <a:pt x="5847588" y="8255"/>
                  </a:cubicBezTo>
                  <a:cubicBezTo>
                    <a:pt x="5848350" y="9906"/>
                    <a:pt x="5848604" y="11557"/>
                    <a:pt x="5848604" y="13335"/>
                  </a:cubicBezTo>
                  <a:lnTo>
                    <a:pt x="5848604" y="1063244"/>
                  </a:lnTo>
                  <a:cubicBezTo>
                    <a:pt x="5848604" y="1065022"/>
                    <a:pt x="5848223" y="1066673"/>
                    <a:pt x="5847588" y="1068324"/>
                  </a:cubicBezTo>
                  <a:cubicBezTo>
                    <a:pt x="5846953" y="1069975"/>
                    <a:pt x="5845937" y="1071372"/>
                    <a:pt x="5844667" y="1072642"/>
                  </a:cubicBezTo>
                  <a:cubicBezTo>
                    <a:pt x="5843397" y="1073912"/>
                    <a:pt x="5842000" y="1074801"/>
                    <a:pt x="5840349" y="1075563"/>
                  </a:cubicBezTo>
                  <a:cubicBezTo>
                    <a:pt x="5838698" y="1076325"/>
                    <a:pt x="5837047" y="1076579"/>
                    <a:pt x="5835269" y="1076579"/>
                  </a:cubicBezTo>
                  <a:lnTo>
                    <a:pt x="13335" y="1076579"/>
                  </a:lnTo>
                  <a:cubicBezTo>
                    <a:pt x="11557" y="1076579"/>
                    <a:pt x="9906" y="1076198"/>
                    <a:pt x="8255" y="1075563"/>
                  </a:cubicBezTo>
                  <a:cubicBezTo>
                    <a:pt x="6604" y="1074928"/>
                    <a:pt x="5207" y="1073912"/>
                    <a:pt x="3937" y="1072642"/>
                  </a:cubicBezTo>
                  <a:cubicBezTo>
                    <a:pt x="2667" y="1071372"/>
                    <a:pt x="1778" y="1069975"/>
                    <a:pt x="1016" y="1068324"/>
                  </a:cubicBezTo>
                  <a:cubicBezTo>
                    <a:pt x="254" y="1066673"/>
                    <a:pt x="0" y="1065022"/>
                    <a:pt x="0" y="1063244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63373" y="63373"/>
              <a:ext cx="5867654" cy="1095629"/>
            </a:xfrm>
            <a:custGeom>
              <a:avLst/>
              <a:gdLst/>
              <a:ahLst/>
              <a:cxnLst/>
              <a:rect l="l" t="t" r="r" b="b"/>
              <a:pathLst>
                <a:path w="5867654" h="1095629">
                  <a:moveTo>
                    <a:pt x="127" y="1072769"/>
                  </a:moveTo>
                  <a:lnTo>
                    <a:pt x="127" y="22860"/>
                  </a:lnTo>
                  <a:lnTo>
                    <a:pt x="9652" y="22860"/>
                  </a:ln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cubicBezTo>
                    <a:pt x="3048" y="11303"/>
                    <a:pt x="4699" y="8890"/>
                    <a:pt x="6858" y="6731"/>
                  </a:cubicBezTo>
                  <a:lnTo>
                    <a:pt x="13589" y="13462"/>
                  </a:lnTo>
                  <a:lnTo>
                    <a:pt x="6858" y="6731"/>
                  </a:ln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22987" y="9525"/>
                  </a:lnTo>
                  <a:lnTo>
                    <a:pt x="22987" y="127"/>
                  </a:lnTo>
                  <a:lnTo>
                    <a:pt x="5844794" y="127"/>
                  </a:lnTo>
                  <a:lnTo>
                    <a:pt x="5844794" y="9652"/>
                  </a:lnTo>
                  <a:lnTo>
                    <a:pt x="5844794" y="127"/>
                  </a:lnTo>
                  <a:cubicBezTo>
                    <a:pt x="5847842" y="127"/>
                    <a:pt x="5850763" y="762"/>
                    <a:pt x="5853557" y="1905"/>
                  </a:cubicBezTo>
                  <a:cubicBezTo>
                    <a:pt x="5856351" y="3048"/>
                    <a:pt x="5858764" y="4699"/>
                    <a:pt x="5860923" y="6858"/>
                  </a:cubicBezTo>
                  <a:cubicBezTo>
                    <a:pt x="5863082" y="9017"/>
                    <a:pt x="5864733" y="11430"/>
                    <a:pt x="5865876" y="14224"/>
                  </a:cubicBezTo>
                  <a:lnTo>
                    <a:pt x="5857113" y="17907"/>
                  </a:lnTo>
                  <a:lnTo>
                    <a:pt x="5865876" y="14224"/>
                  </a:lnTo>
                  <a:cubicBezTo>
                    <a:pt x="5867019" y="17018"/>
                    <a:pt x="5867654" y="19939"/>
                    <a:pt x="5867654" y="22987"/>
                  </a:cubicBezTo>
                  <a:lnTo>
                    <a:pt x="5867654" y="1072769"/>
                  </a:lnTo>
                  <a:cubicBezTo>
                    <a:pt x="5867654" y="1075817"/>
                    <a:pt x="5867019" y="1078738"/>
                    <a:pt x="5865876" y="1081532"/>
                  </a:cubicBezTo>
                  <a:lnTo>
                    <a:pt x="5857113" y="1077849"/>
                  </a:lnTo>
                  <a:lnTo>
                    <a:pt x="5865876" y="1081532"/>
                  </a:lnTo>
                  <a:cubicBezTo>
                    <a:pt x="5864733" y="1084326"/>
                    <a:pt x="5863082" y="1086739"/>
                    <a:pt x="5860923" y="1088898"/>
                  </a:cubicBezTo>
                  <a:cubicBezTo>
                    <a:pt x="5858764" y="1091057"/>
                    <a:pt x="5856351" y="1092708"/>
                    <a:pt x="5853557" y="1093851"/>
                  </a:cubicBezTo>
                  <a:cubicBezTo>
                    <a:pt x="5850763" y="1094994"/>
                    <a:pt x="5847842" y="1095629"/>
                    <a:pt x="5844794" y="1095629"/>
                  </a:cubicBezTo>
                  <a:lnTo>
                    <a:pt x="22860" y="1095629"/>
                  </a:lnTo>
                  <a:cubicBezTo>
                    <a:pt x="19812" y="1095629"/>
                    <a:pt x="16891" y="1094994"/>
                    <a:pt x="14097" y="1093851"/>
                  </a:cubicBezTo>
                  <a:cubicBezTo>
                    <a:pt x="11303" y="1092708"/>
                    <a:pt x="8890" y="1091057"/>
                    <a:pt x="6731" y="1088898"/>
                  </a:cubicBezTo>
                  <a:cubicBezTo>
                    <a:pt x="4572" y="1086739"/>
                    <a:pt x="2921" y="1084326"/>
                    <a:pt x="1778" y="1081532"/>
                  </a:cubicBezTo>
                  <a:lnTo>
                    <a:pt x="10541" y="1077849"/>
                  </a:lnTo>
                  <a:lnTo>
                    <a:pt x="1778" y="1081532"/>
                  </a:lnTo>
                  <a:cubicBezTo>
                    <a:pt x="635" y="1078738"/>
                    <a:pt x="0" y="1075817"/>
                    <a:pt x="0" y="1072769"/>
                  </a:cubicBezTo>
                  <a:lnTo>
                    <a:pt x="9525" y="1072769"/>
                  </a:lnTo>
                  <a:lnTo>
                    <a:pt x="127" y="1072769"/>
                  </a:lnTo>
                  <a:moveTo>
                    <a:pt x="19177" y="1072769"/>
                  </a:moveTo>
                  <a:cubicBezTo>
                    <a:pt x="19177" y="1073277"/>
                    <a:pt x="19304" y="1073785"/>
                    <a:pt x="19431" y="1074166"/>
                  </a:cubicBezTo>
                  <a:cubicBezTo>
                    <a:pt x="19558" y="1074547"/>
                    <a:pt x="19939" y="1075055"/>
                    <a:pt x="20193" y="1075436"/>
                  </a:cubicBezTo>
                  <a:lnTo>
                    <a:pt x="13462" y="1082167"/>
                  </a:lnTo>
                  <a:lnTo>
                    <a:pt x="20193" y="1075436"/>
                  </a:lnTo>
                  <a:cubicBezTo>
                    <a:pt x="20574" y="1075817"/>
                    <a:pt x="20955" y="1076071"/>
                    <a:pt x="21463" y="1076198"/>
                  </a:cubicBezTo>
                  <a:lnTo>
                    <a:pt x="17780" y="1084961"/>
                  </a:lnTo>
                  <a:lnTo>
                    <a:pt x="21463" y="1076198"/>
                  </a:lnTo>
                  <a:cubicBezTo>
                    <a:pt x="21971" y="1076452"/>
                    <a:pt x="22352" y="1076452"/>
                    <a:pt x="22860" y="1076452"/>
                  </a:cubicBezTo>
                  <a:lnTo>
                    <a:pt x="22860" y="1085977"/>
                  </a:lnTo>
                  <a:lnTo>
                    <a:pt x="22860" y="1076452"/>
                  </a:lnTo>
                  <a:lnTo>
                    <a:pt x="5844794" y="1076452"/>
                  </a:lnTo>
                  <a:lnTo>
                    <a:pt x="5844794" y="1085977"/>
                  </a:lnTo>
                  <a:lnTo>
                    <a:pt x="5844794" y="1076452"/>
                  </a:lnTo>
                  <a:cubicBezTo>
                    <a:pt x="5845302" y="1076452"/>
                    <a:pt x="5845810" y="1076325"/>
                    <a:pt x="5846191" y="1076198"/>
                  </a:cubicBezTo>
                  <a:lnTo>
                    <a:pt x="5849874" y="1084961"/>
                  </a:lnTo>
                  <a:lnTo>
                    <a:pt x="5846191" y="1076198"/>
                  </a:lnTo>
                  <a:cubicBezTo>
                    <a:pt x="5846699" y="1075944"/>
                    <a:pt x="5847080" y="1075690"/>
                    <a:pt x="5847461" y="1075436"/>
                  </a:cubicBezTo>
                  <a:lnTo>
                    <a:pt x="5854192" y="1082167"/>
                  </a:lnTo>
                  <a:lnTo>
                    <a:pt x="5847461" y="1075436"/>
                  </a:lnTo>
                  <a:cubicBezTo>
                    <a:pt x="5847842" y="1075055"/>
                    <a:pt x="5848096" y="1074674"/>
                    <a:pt x="5848223" y="1074166"/>
                  </a:cubicBezTo>
                  <a:cubicBezTo>
                    <a:pt x="5848477" y="1073658"/>
                    <a:pt x="5848477" y="1073277"/>
                    <a:pt x="5848477" y="1072769"/>
                  </a:cubicBezTo>
                  <a:lnTo>
                    <a:pt x="5858002" y="1072769"/>
                  </a:lnTo>
                  <a:lnTo>
                    <a:pt x="5848477" y="1072769"/>
                  </a:lnTo>
                  <a:lnTo>
                    <a:pt x="5848477" y="22860"/>
                  </a:lnTo>
                  <a:lnTo>
                    <a:pt x="5858002" y="22860"/>
                  </a:lnTo>
                  <a:lnTo>
                    <a:pt x="5848477" y="22860"/>
                  </a:lnTo>
                  <a:cubicBezTo>
                    <a:pt x="5848477" y="22352"/>
                    <a:pt x="5848350" y="21844"/>
                    <a:pt x="5848223" y="21463"/>
                  </a:cubicBezTo>
                  <a:cubicBezTo>
                    <a:pt x="5847969" y="20955"/>
                    <a:pt x="5847715" y="20574"/>
                    <a:pt x="5847461" y="20320"/>
                  </a:cubicBezTo>
                  <a:lnTo>
                    <a:pt x="5854192" y="13589"/>
                  </a:lnTo>
                  <a:lnTo>
                    <a:pt x="5847461" y="20320"/>
                  </a:lnTo>
                  <a:cubicBezTo>
                    <a:pt x="5847080" y="19939"/>
                    <a:pt x="5846699" y="19685"/>
                    <a:pt x="5846191" y="19558"/>
                  </a:cubicBezTo>
                  <a:lnTo>
                    <a:pt x="5849874" y="10795"/>
                  </a:lnTo>
                  <a:lnTo>
                    <a:pt x="5846191" y="19558"/>
                  </a:lnTo>
                  <a:cubicBezTo>
                    <a:pt x="5845683" y="19304"/>
                    <a:pt x="5845302" y="19304"/>
                    <a:pt x="5844794" y="19304"/>
                  </a:cubicBezTo>
                  <a:lnTo>
                    <a:pt x="22860" y="19304"/>
                  </a:lnTo>
                  <a:cubicBezTo>
                    <a:pt x="22352" y="19304"/>
                    <a:pt x="21844" y="19431"/>
                    <a:pt x="21463" y="19558"/>
                  </a:cubicBezTo>
                  <a:lnTo>
                    <a:pt x="17780" y="10795"/>
                  </a:lnTo>
                  <a:lnTo>
                    <a:pt x="21463" y="19558"/>
                  </a:lnTo>
                  <a:cubicBezTo>
                    <a:pt x="20955" y="19812"/>
                    <a:pt x="20574" y="20066"/>
                    <a:pt x="20193" y="20320"/>
                  </a:cubicBezTo>
                  <a:cubicBezTo>
                    <a:pt x="19812" y="20701"/>
                    <a:pt x="19558" y="21082"/>
                    <a:pt x="19431" y="21463"/>
                  </a:cubicBezTo>
                  <a:lnTo>
                    <a:pt x="10668" y="17780"/>
                  </a:lnTo>
                  <a:lnTo>
                    <a:pt x="19431" y="21463"/>
                  </a:lnTo>
                  <a:cubicBezTo>
                    <a:pt x="19177" y="21971"/>
                    <a:pt x="19177" y="22352"/>
                    <a:pt x="19177" y="22860"/>
                  </a:cubicBezTo>
                  <a:lnTo>
                    <a:pt x="19177" y="1072769"/>
                  </a:lnTo>
                  <a:close/>
                </a:path>
              </a:pathLst>
            </a:custGeom>
            <a:solidFill>
              <a:srgbClr val="D9CDBA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82423" y="82423"/>
              <a:ext cx="724027" cy="1057402"/>
            </a:xfrm>
            <a:custGeom>
              <a:avLst/>
              <a:gdLst/>
              <a:ahLst/>
              <a:cxnLst/>
              <a:rect l="l" t="t" r="r" b="b"/>
              <a:pathLst>
                <a:path w="724027" h="1057402">
                  <a:moveTo>
                    <a:pt x="127" y="1053719"/>
                  </a:moveTo>
                  <a:lnTo>
                    <a:pt x="127" y="3810"/>
                  </a:lnTo>
                  <a:cubicBezTo>
                    <a:pt x="127" y="2794"/>
                    <a:pt x="508" y="1905"/>
                    <a:pt x="1270" y="1143"/>
                  </a:cubicBezTo>
                  <a:cubicBezTo>
                    <a:pt x="2032" y="381"/>
                    <a:pt x="2921" y="0"/>
                    <a:pt x="3937" y="0"/>
                  </a:cubicBezTo>
                  <a:lnTo>
                    <a:pt x="724027" y="0"/>
                  </a:lnTo>
                  <a:lnTo>
                    <a:pt x="724027" y="1057402"/>
                  </a:lnTo>
                  <a:lnTo>
                    <a:pt x="3810" y="1057402"/>
                  </a:lnTo>
                  <a:cubicBezTo>
                    <a:pt x="2794" y="1057402"/>
                    <a:pt x="1905" y="1057021"/>
                    <a:pt x="1143" y="1056259"/>
                  </a:cubicBezTo>
                  <a:cubicBezTo>
                    <a:pt x="381" y="1055497"/>
                    <a:pt x="0" y="1054608"/>
                    <a:pt x="0" y="105359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504190" y="571119"/>
              <a:ext cx="62394" cy="18071"/>
            </a:xfrm>
            <a:custGeom>
              <a:avLst/>
              <a:gdLst/>
              <a:ahLst/>
              <a:cxnLst/>
              <a:rect l="l" t="t" r="r" b="b"/>
              <a:pathLst>
                <a:path w="62394" h="18071">
                  <a:moveTo>
                    <a:pt x="53721" y="17399"/>
                  </a:moveTo>
                  <a:cubicBezTo>
                    <a:pt x="46736" y="13970"/>
                    <a:pt x="44323" y="13208"/>
                    <a:pt x="40513" y="12573"/>
                  </a:cubicBezTo>
                  <a:lnTo>
                    <a:pt x="41529" y="6604"/>
                  </a:lnTo>
                  <a:lnTo>
                    <a:pt x="41275" y="12700"/>
                  </a:lnTo>
                  <a:cubicBezTo>
                    <a:pt x="35433" y="12446"/>
                    <a:pt x="23749" y="12192"/>
                    <a:pt x="6096" y="12192"/>
                  </a:cubicBezTo>
                  <a:cubicBezTo>
                    <a:pt x="2794" y="12192"/>
                    <a:pt x="0" y="9525"/>
                    <a:pt x="0" y="6096"/>
                  </a:cubicBezTo>
                  <a:cubicBezTo>
                    <a:pt x="0" y="2667"/>
                    <a:pt x="2667" y="0"/>
                    <a:pt x="6096" y="0"/>
                  </a:cubicBezTo>
                  <a:cubicBezTo>
                    <a:pt x="23749" y="0"/>
                    <a:pt x="35687" y="254"/>
                    <a:pt x="41910" y="508"/>
                  </a:cubicBezTo>
                  <a:cubicBezTo>
                    <a:pt x="42164" y="508"/>
                    <a:pt x="42418" y="508"/>
                    <a:pt x="42672" y="635"/>
                  </a:cubicBezTo>
                  <a:cubicBezTo>
                    <a:pt x="48006" y="1651"/>
                    <a:pt x="51435" y="2794"/>
                    <a:pt x="59055" y="6604"/>
                  </a:cubicBezTo>
                  <a:cubicBezTo>
                    <a:pt x="62103" y="8128"/>
                    <a:pt x="63246" y="11684"/>
                    <a:pt x="61722" y="14732"/>
                  </a:cubicBezTo>
                  <a:cubicBezTo>
                    <a:pt x="60198" y="17780"/>
                    <a:pt x="56642" y="18923"/>
                    <a:pt x="53594" y="1739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331583" y="571119"/>
              <a:ext cx="60339" cy="16724"/>
            </a:xfrm>
            <a:custGeom>
              <a:avLst/>
              <a:gdLst/>
              <a:ahLst/>
              <a:cxnLst/>
              <a:rect l="l" t="t" r="r" b="b"/>
              <a:pathLst>
                <a:path w="60339" h="16724">
                  <a:moveTo>
                    <a:pt x="54243" y="12192"/>
                  </a:moveTo>
                  <a:cubicBezTo>
                    <a:pt x="25414" y="12446"/>
                    <a:pt x="18556" y="12827"/>
                    <a:pt x="16143" y="13208"/>
                  </a:cubicBezTo>
                  <a:lnTo>
                    <a:pt x="15254" y="7239"/>
                  </a:lnTo>
                  <a:lnTo>
                    <a:pt x="16905" y="13081"/>
                  </a:lnTo>
                  <a:cubicBezTo>
                    <a:pt x="15381" y="13462"/>
                    <a:pt x="12587" y="14478"/>
                    <a:pt x="8523" y="16256"/>
                  </a:cubicBezTo>
                  <a:cubicBezTo>
                    <a:pt x="5475" y="17526"/>
                    <a:pt x="1919" y="16129"/>
                    <a:pt x="522" y="13081"/>
                  </a:cubicBezTo>
                  <a:cubicBezTo>
                    <a:pt x="-875" y="10033"/>
                    <a:pt x="649" y="6477"/>
                    <a:pt x="3697" y="5080"/>
                  </a:cubicBezTo>
                  <a:cubicBezTo>
                    <a:pt x="7888" y="3302"/>
                    <a:pt x="11317" y="2032"/>
                    <a:pt x="13730" y="1270"/>
                  </a:cubicBezTo>
                  <a:cubicBezTo>
                    <a:pt x="13984" y="1270"/>
                    <a:pt x="14111" y="1143"/>
                    <a:pt x="14365" y="1143"/>
                  </a:cubicBezTo>
                  <a:cubicBezTo>
                    <a:pt x="17921" y="635"/>
                    <a:pt x="25922" y="254"/>
                    <a:pt x="54243" y="0"/>
                  </a:cubicBezTo>
                  <a:cubicBezTo>
                    <a:pt x="57545" y="0"/>
                    <a:pt x="60339" y="2667"/>
                    <a:pt x="60339" y="5969"/>
                  </a:cubicBezTo>
                  <a:cubicBezTo>
                    <a:pt x="60339" y="9271"/>
                    <a:pt x="57672" y="12065"/>
                    <a:pt x="54370" y="12065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554507" y="577240"/>
              <a:ext cx="21438" cy="58014"/>
            </a:xfrm>
            <a:custGeom>
              <a:avLst/>
              <a:gdLst/>
              <a:ahLst/>
              <a:cxnLst/>
              <a:rect l="l" t="t" r="r" b="b"/>
              <a:pathLst>
                <a:path w="21438" h="58014">
                  <a:moveTo>
                    <a:pt x="10897" y="2261"/>
                  </a:moveTo>
                  <a:cubicBezTo>
                    <a:pt x="15088" y="7849"/>
                    <a:pt x="17374" y="11278"/>
                    <a:pt x="19025" y="14834"/>
                  </a:cubicBezTo>
                  <a:cubicBezTo>
                    <a:pt x="19152" y="15088"/>
                    <a:pt x="19279" y="15342"/>
                    <a:pt x="19279" y="15596"/>
                  </a:cubicBezTo>
                  <a:cubicBezTo>
                    <a:pt x="20676" y="20549"/>
                    <a:pt x="21311" y="23978"/>
                    <a:pt x="21438" y="27534"/>
                  </a:cubicBezTo>
                  <a:cubicBezTo>
                    <a:pt x="21438" y="27661"/>
                    <a:pt x="21438" y="27788"/>
                    <a:pt x="21438" y="27915"/>
                  </a:cubicBezTo>
                  <a:lnTo>
                    <a:pt x="21438" y="51918"/>
                  </a:lnTo>
                  <a:cubicBezTo>
                    <a:pt x="21438" y="55220"/>
                    <a:pt x="18771" y="58014"/>
                    <a:pt x="15342" y="58014"/>
                  </a:cubicBezTo>
                  <a:cubicBezTo>
                    <a:pt x="11913" y="58014"/>
                    <a:pt x="9246" y="55347"/>
                    <a:pt x="9246" y="51918"/>
                  </a:cubicBezTo>
                  <a:lnTo>
                    <a:pt x="9246" y="27915"/>
                  </a:lnTo>
                  <a:lnTo>
                    <a:pt x="15342" y="27915"/>
                  </a:lnTo>
                  <a:lnTo>
                    <a:pt x="9246" y="28296"/>
                  </a:lnTo>
                  <a:cubicBezTo>
                    <a:pt x="9119" y="25756"/>
                    <a:pt x="8738" y="23216"/>
                    <a:pt x="7595" y="19152"/>
                  </a:cubicBezTo>
                  <a:lnTo>
                    <a:pt x="13437" y="17501"/>
                  </a:lnTo>
                  <a:lnTo>
                    <a:pt x="7976" y="20041"/>
                  </a:lnTo>
                  <a:cubicBezTo>
                    <a:pt x="6833" y="17628"/>
                    <a:pt x="5309" y="15088"/>
                    <a:pt x="1245" y="9754"/>
                  </a:cubicBezTo>
                  <a:cubicBezTo>
                    <a:pt x="-787" y="7087"/>
                    <a:pt x="-279" y="3277"/>
                    <a:pt x="2388" y="1245"/>
                  </a:cubicBezTo>
                  <a:cubicBezTo>
                    <a:pt x="5055" y="-787"/>
                    <a:pt x="8865" y="-279"/>
                    <a:pt x="10897" y="2388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522859" y="710307"/>
              <a:ext cx="53090" cy="42041"/>
            </a:xfrm>
            <a:custGeom>
              <a:avLst/>
              <a:gdLst/>
              <a:ahLst/>
              <a:cxnLst/>
              <a:rect l="l" t="t" r="r" b="b"/>
              <a:pathLst>
                <a:path w="53090" h="42041">
                  <a:moveTo>
                    <a:pt x="53086" y="6100"/>
                  </a:moveTo>
                  <a:cubicBezTo>
                    <a:pt x="52959" y="10926"/>
                    <a:pt x="52451" y="14482"/>
                    <a:pt x="51562" y="18038"/>
                  </a:cubicBezTo>
                  <a:cubicBezTo>
                    <a:pt x="51435" y="18292"/>
                    <a:pt x="51435" y="18546"/>
                    <a:pt x="51308" y="18800"/>
                  </a:cubicBezTo>
                  <a:cubicBezTo>
                    <a:pt x="49784" y="22483"/>
                    <a:pt x="47879" y="25912"/>
                    <a:pt x="45339" y="29341"/>
                  </a:cubicBezTo>
                  <a:cubicBezTo>
                    <a:pt x="45212" y="29595"/>
                    <a:pt x="44958" y="29722"/>
                    <a:pt x="44831" y="29976"/>
                  </a:cubicBezTo>
                  <a:cubicBezTo>
                    <a:pt x="41656" y="33278"/>
                    <a:pt x="38227" y="35945"/>
                    <a:pt x="33147" y="38739"/>
                  </a:cubicBezTo>
                  <a:cubicBezTo>
                    <a:pt x="32893" y="38866"/>
                    <a:pt x="32639" y="38993"/>
                    <a:pt x="32258" y="39120"/>
                  </a:cubicBezTo>
                  <a:cubicBezTo>
                    <a:pt x="28575" y="40517"/>
                    <a:pt x="25019" y="41279"/>
                    <a:pt x="18669" y="41914"/>
                  </a:cubicBezTo>
                  <a:cubicBezTo>
                    <a:pt x="18542" y="41914"/>
                    <a:pt x="18288" y="41914"/>
                    <a:pt x="18161" y="41914"/>
                  </a:cubicBezTo>
                  <a:lnTo>
                    <a:pt x="6096" y="42041"/>
                  </a:lnTo>
                  <a:cubicBezTo>
                    <a:pt x="2794" y="42041"/>
                    <a:pt x="0" y="39374"/>
                    <a:pt x="0" y="36072"/>
                  </a:cubicBezTo>
                  <a:cubicBezTo>
                    <a:pt x="0" y="32770"/>
                    <a:pt x="2667" y="29976"/>
                    <a:pt x="5969" y="29976"/>
                  </a:cubicBezTo>
                  <a:lnTo>
                    <a:pt x="18034" y="29849"/>
                  </a:lnTo>
                  <a:lnTo>
                    <a:pt x="18034" y="35945"/>
                  </a:lnTo>
                  <a:lnTo>
                    <a:pt x="17399" y="29976"/>
                  </a:lnTo>
                  <a:cubicBezTo>
                    <a:pt x="23114" y="29341"/>
                    <a:pt x="25527" y="28706"/>
                    <a:pt x="28067" y="27817"/>
                  </a:cubicBezTo>
                  <a:lnTo>
                    <a:pt x="30226" y="33532"/>
                  </a:lnTo>
                  <a:lnTo>
                    <a:pt x="27305" y="28198"/>
                  </a:lnTo>
                  <a:cubicBezTo>
                    <a:pt x="31369" y="25912"/>
                    <a:pt x="33909" y="23880"/>
                    <a:pt x="36195" y="21594"/>
                  </a:cubicBezTo>
                  <a:lnTo>
                    <a:pt x="40513" y="25785"/>
                  </a:lnTo>
                  <a:lnTo>
                    <a:pt x="35687" y="22102"/>
                  </a:lnTo>
                  <a:cubicBezTo>
                    <a:pt x="37592" y="19562"/>
                    <a:pt x="39116" y="16895"/>
                    <a:pt x="40132" y="14228"/>
                  </a:cubicBezTo>
                  <a:lnTo>
                    <a:pt x="45720" y="16514"/>
                  </a:lnTo>
                  <a:lnTo>
                    <a:pt x="39878" y="14990"/>
                  </a:lnTo>
                  <a:cubicBezTo>
                    <a:pt x="40513" y="12450"/>
                    <a:pt x="40894" y="9910"/>
                    <a:pt x="41021" y="5846"/>
                  </a:cubicBezTo>
                  <a:cubicBezTo>
                    <a:pt x="41148" y="2544"/>
                    <a:pt x="43942" y="-123"/>
                    <a:pt x="47244" y="4"/>
                  </a:cubicBezTo>
                  <a:cubicBezTo>
                    <a:pt x="50546" y="131"/>
                    <a:pt x="53213" y="2925"/>
                    <a:pt x="53086" y="622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319532" y="700532"/>
              <a:ext cx="42549" cy="51816"/>
            </a:xfrm>
            <a:custGeom>
              <a:avLst/>
              <a:gdLst/>
              <a:ahLst/>
              <a:cxnLst/>
              <a:rect l="l" t="t" r="r" b="b"/>
              <a:pathLst>
                <a:path w="42549" h="51816">
                  <a:moveTo>
                    <a:pt x="36449" y="51816"/>
                  </a:moveTo>
                  <a:cubicBezTo>
                    <a:pt x="31623" y="51689"/>
                    <a:pt x="28194" y="51308"/>
                    <a:pt x="24765" y="50419"/>
                  </a:cubicBezTo>
                  <a:cubicBezTo>
                    <a:pt x="24511" y="50419"/>
                    <a:pt x="24384" y="50292"/>
                    <a:pt x="24130" y="50165"/>
                  </a:cubicBezTo>
                  <a:cubicBezTo>
                    <a:pt x="20701" y="48895"/>
                    <a:pt x="17272" y="47244"/>
                    <a:pt x="13970" y="44958"/>
                  </a:cubicBezTo>
                  <a:cubicBezTo>
                    <a:pt x="13716" y="44831"/>
                    <a:pt x="13589" y="44704"/>
                    <a:pt x="13335" y="44450"/>
                  </a:cubicBezTo>
                  <a:cubicBezTo>
                    <a:pt x="10033" y="41529"/>
                    <a:pt x="6985" y="38227"/>
                    <a:pt x="3810" y="33147"/>
                  </a:cubicBezTo>
                  <a:cubicBezTo>
                    <a:pt x="3683" y="32893"/>
                    <a:pt x="3429" y="32639"/>
                    <a:pt x="3302" y="32258"/>
                  </a:cubicBezTo>
                  <a:cubicBezTo>
                    <a:pt x="1778" y="28702"/>
                    <a:pt x="762" y="25146"/>
                    <a:pt x="127" y="20320"/>
                  </a:cubicBezTo>
                  <a:cubicBezTo>
                    <a:pt x="127" y="20066"/>
                    <a:pt x="127" y="19812"/>
                    <a:pt x="127" y="19558"/>
                  </a:cubicBezTo>
                  <a:lnTo>
                    <a:pt x="0" y="6096"/>
                  </a:lnTo>
                  <a:cubicBezTo>
                    <a:pt x="0" y="2794"/>
                    <a:pt x="2667" y="0"/>
                    <a:pt x="5969" y="0"/>
                  </a:cubicBezTo>
                  <a:cubicBezTo>
                    <a:pt x="9271" y="0"/>
                    <a:pt x="12065" y="2667"/>
                    <a:pt x="12065" y="5969"/>
                  </a:cubicBezTo>
                  <a:lnTo>
                    <a:pt x="12192" y="19431"/>
                  </a:lnTo>
                  <a:lnTo>
                    <a:pt x="6096" y="19431"/>
                  </a:lnTo>
                  <a:lnTo>
                    <a:pt x="12065" y="18669"/>
                  </a:lnTo>
                  <a:cubicBezTo>
                    <a:pt x="12573" y="22606"/>
                    <a:pt x="13335" y="25019"/>
                    <a:pt x="14351" y="27432"/>
                  </a:cubicBezTo>
                  <a:lnTo>
                    <a:pt x="8763" y="29845"/>
                  </a:lnTo>
                  <a:lnTo>
                    <a:pt x="13843" y="26670"/>
                  </a:lnTo>
                  <a:cubicBezTo>
                    <a:pt x="16383" y="30734"/>
                    <a:pt x="18669" y="33147"/>
                    <a:pt x="21082" y="35306"/>
                  </a:cubicBezTo>
                  <a:lnTo>
                    <a:pt x="17145" y="39878"/>
                  </a:lnTo>
                  <a:lnTo>
                    <a:pt x="20447" y="34798"/>
                  </a:lnTo>
                  <a:cubicBezTo>
                    <a:pt x="22987" y="36576"/>
                    <a:pt x="25654" y="37846"/>
                    <a:pt x="28067" y="38735"/>
                  </a:cubicBezTo>
                  <a:lnTo>
                    <a:pt x="26035" y="44450"/>
                  </a:lnTo>
                  <a:lnTo>
                    <a:pt x="27432" y="38608"/>
                  </a:lnTo>
                  <a:cubicBezTo>
                    <a:pt x="29845" y="39243"/>
                    <a:pt x="32512" y="39497"/>
                    <a:pt x="36703" y="39624"/>
                  </a:cubicBezTo>
                  <a:cubicBezTo>
                    <a:pt x="40005" y="39751"/>
                    <a:pt x="42672" y="42545"/>
                    <a:pt x="42545" y="45847"/>
                  </a:cubicBezTo>
                  <a:cubicBezTo>
                    <a:pt x="42418" y="49149"/>
                    <a:pt x="39624" y="51816"/>
                    <a:pt x="36322" y="5168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394970" y="609346"/>
              <a:ext cx="106934" cy="106934"/>
            </a:xfrm>
            <a:custGeom>
              <a:avLst/>
              <a:gdLst/>
              <a:ahLst/>
              <a:cxnLst/>
              <a:rect l="l" t="t" r="r" b="b"/>
              <a:pathLst>
                <a:path w="106934" h="106934">
                  <a:moveTo>
                    <a:pt x="106934" y="53467"/>
                  </a:moveTo>
                  <a:cubicBezTo>
                    <a:pt x="106934" y="60579"/>
                    <a:pt x="105537" y="67437"/>
                    <a:pt x="102870" y="73914"/>
                  </a:cubicBezTo>
                  <a:cubicBezTo>
                    <a:pt x="100203" y="80518"/>
                    <a:pt x="96266" y="86233"/>
                    <a:pt x="91313" y="91313"/>
                  </a:cubicBezTo>
                  <a:lnTo>
                    <a:pt x="86995" y="86995"/>
                  </a:lnTo>
                  <a:lnTo>
                    <a:pt x="91313" y="91313"/>
                  </a:lnTo>
                  <a:cubicBezTo>
                    <a:pt x="86360" y="96266"/>
                    <a:pt x="80518" y="100203"/>
                    <a:pt x="73914" y="102870"/>
                  </a:cubicBezTo>
                  <a:lnTo>
                    <a:pt x="71628" y="97282"/>
                  </a:lnTo>
                  <a:lnTo>
                    <a:pt x="73914" y="102870"/>
                  </a:lnTo>
                  <a:cubicBezTo>
                    <a:pt x="67310" y="105537"/>
                    <a:pt x="60452" y="106934"/>
                    <a:pt x="53467" y="106934"/>
                  </a:cubicBezTo>
                  <a:lnTo>
                    <a:pt x="53467" y="100838"/>
                  </a:lnTo>
                  <a:lnTo>
                    <a:pt x="53467" y="106934"/>
                  </a:lnTo>
                  <a:cubicBezTo>
                    <a:pt x="46355" y="106934"/>
                    <a:pt x="39497" y="105537"/>
                    <a:pt x="33020" y="102870"/>
                  </a:cubicBezTo>
                  <a:lnTo>
                    <a:pt x="35306" y="97282"/>
                  </a:lnTo>
                  <a:lnTo>
                    <a:pt x="33020" y="102870"/>
                  </a:lnTo>
                  <a:cubicBezTo>
                    <a:pt x="26416" y="100203"/>
                    <a:pt x="20701" y="96266"/>
                    <a:pt x="15621" y="91313"/>
                  </a:cubicBezTo>
                  <a:lnTo>
                    <a:pt x="19939" y="86995"/>
                  </a:lnTo>
                  <a:lnTo>
                    <a:pt x="15621" y="91313"/>
                  </a:lnTo>
                  <a:cubicBezTo>
                    <a:pt x="10668" y="86360"/>
                    <a:pt x="6731" y="80518"/>
                    <a:pt x="4064" y="73914"/>
                  </a:cubicBezTo>
                  <a:cubicBezTo>
                    <a:pt x="1397" y="67310"/>
                    <a:pt x="0" y="60579"/>
                    <a:pt x="0" y="53467"/>
                  </a:cubicBezTo>
                  <a:lnTo>
                    <a:pt x="6096" y="53467"/>
                  </a:lnTo>
                  <a:lnTo>
                    <a:pt x="0" y="53467"/>
                  </a:lnTo>
                  <a:cubicBezTo>
                    <a:pt x="0" y="46355"/>
                    <a:pt x="1397" y="39497"/>
                    <a:pt x="4064" y="33020"/>
                  </a:cubicBezTo>
                  <a:cubicBezTo>
                    <a:pt x="6731" y="26416"/>
                    <a:pt x="10668" y="20701"/>
                    <a:pt x="15621" y="15621"/>
                  </a:cubicBezTo>
                  <a:lnTo>
                    <a:pt x="19939" y="19939"/>
                  </a:lnTo>
                  <a:lnTo>
                    <a:pt x="15621" y="15621"/>
                  </a:lnTo>
                  <a:cubicBezTo>
                    <a:pt x="20574" y="10668"/>
                    <a:pt x="26416" y="6731"/>
                    <a:pt x="33020" y="4064"/>
                  </a:cubicBezTo>
                  <a:cubicBezTo>
                    <a:pt x="39624" y="1397"/>
                    <a:pt x="46355" y="0"/>
                    <a:pt x="53467" y="0"/>
                  </a:cubicBezTo>
                  <a:lnTo>
                    <a:pt x="53467" y="6096"/>
                  </a:lnTo>
                  <a:lnTo>
                    <a:pt x="53467" y="0"/>
                  </a:lnTo>
                  <a:cubicBezTo>
                    <a:pt x="60579" y="0"/>
                    <a:pt x="67437" y="1397"/>
                    <a:pt x="73914" y="4064"/>
                  </a:cubicBezTo>
                  <a:cubicBezTo>
                    <a:pt x="80518" y="6731"/>
                    <a:pt x="86233" y="10668"/>
                    <a:pt x="91313" y="15621"/>
                  </a:cubicBezTo>
                  <a:lnTo>
                    <a:pt x="86995" y="19939"/>
                  </a:lnTo>
                  <a:lnTo>
                    <a:pt x="91313" y="15621"/>
                  </a:lnTo>
                  <a:cubicBezTo>
                    <a:pt x="96266" y="20574"/>
                    <a:pt x="100203" y="26416"/>
                    <a:pt x="102870" y="33020"/>
                  </a:cubicBezTo>
                  <a:cubicBezTo>
                    <a:pt x="105537" y="39624"/>
                    <a:pt x="106934" y="46355"/>
                    <a:pt x="106934" y="53467"/>
                  </a:cubicBezTo>
                  <a:lnTo>
                    <a:pt x="100838" y="53467"/>
                  </a:lnTo>
                  <a:lnTo>
                    <a:pt x="106934" y="53467"/>
                  </a:lnTo>
                  <a:moveTo>
                    <a:pt x="94869" y="53467"/>
                  </a:moveTo>
                  <a:cubicBezTo>
                    <a:pt x="94869" y="48006"/>
                    <a:pt x="93853" y="42672"/>
                    <a:pt x="91694" y="37592"/>
                  </a:cubicBezTo>
                  <a:lnTo>
                    <a:pt x="97282" y="35306"/>
                  </a:lnTo>
                  <a:lnTo>
                    <a:pt x="91694" y="37592"/>
                  </a:lnTo>
                  <a:cubicBezTo>
                    <a:pt x="89535" y="32512"/>
                    <a:pt x="86614" y="28067"/>
                    <a:pt x="82677" y="24130"/>
                  </a:cubicBezTo>
                  <a:cubicBezTo>
                    <a:pt x="78740" y="20193"/>
                    <a:pt x="74295" y="17272"/>
                    <a:pt x="69215" y="15113"/>
                  </a:cubicBezTo>
                  <a:lnTo>
                    <a:pt x="71501" y="9525"/>
                  </a:lnTo>
                  <a:lnTo>
                    <a:pt x="69215" y="15113"/>
                  </a:lnTo>
                  <a:cubicBezTo>
                    <a:pt x="64135" y="12954"/>
                    <a:pt x="58801" y="11938"/>
                    <a:pt x="53340" y="11938"/>
                  </a:cubicBezTo>
                  <a:cubicBezTo>
                    <a:pt x="47879" y="11938"/>
                    <a:pt x="42545" y="12954"/>
                    <a:pt x="37465" y="15113"/>
                  </a:cubicBezTo>
                  <a:lnTo>
                    <a:pt x="35179" y="9525"/>
                  </a:lnTo>
                  <a:lnTo>
                    <a:pt x="37465" y="15113"/>
                  </a:lnTo>
                  <a:cubicBezTo>
                    <a:pt x="32385" y="17272"/>
                    <a:pt x="27940" y="20193"/>
                    <a:pt x="24003" y="24130"/>
                  </a:cubicBezTo>
                  <a:cubicBezTo>
                    <a:pt x="20066" y="28067"/>
                    <a:pt x="17145" y="32512"/>
                    <a:pt x="14986" y="37592"/>
                  </a:cubicBezTo>
                  <a:lnTo>
                    <a:pt x="9398" y="35306"/>
                  </a:lnTo>
                  <a:lnTo>
                    <a:pt x="14986" y="37592"/>
                  </a:lnTo>
                  <a:cubicBezTo>
                    <a:pt x="12827" y="42672"/>
                    <a:pt x="11811" y="48006"/>
                    <a:pt x="11811" y="53467"/>
                  </a:cubicBezTo>
                  <a:cubicBezTo>
                    <a:pt x="11811" y="58928"/>
                    <a:pt x="12827" y="64262"/>
                    <a:pt x="14986" y="69342"/>
                  </a:cubicBezTo>
                  <a:lnTo>
                    <a:pt x="9398" y="71628"/>
                  </a:lnTo>
                  <a:lnTo>
                    <a:pt x="14986" y="69342"/>
                  </a:lnTo>
                  <a:cubicBezTo>
                    <a:pt x="17145" y="74422"/>
                    <a:pt x="20066" y="78867"/>
                    <a:pt x="24003" y="82804"/>
                  </a:cubicBezTo>
                  <a:cubicBezTo>
                    <a:pt x="27940" y="86741"/>
                    <a:pt x="32385" y="89662"/>
                    <a:pt x="37465" y="91821"/>
                  </a:cubicBezTo>
                  <a:cubicBezTo>
                    <a:pt x="42545" y="93980"/>
                    <a:pt x="47879" y="94996"/>
                    <a:pt x="53340" y="94996"/>
                  </a:cubicBezTo>
                  <a:cubicBezTo>
                    <a:pt x="58801" y="94996"/>
                    <a:pt x="64135" y="93980"/>
                    <a:pt x="69215" y="91821"/>
                  </a:cubicBezTo>
                  <a:cubicBezTo>
                    <a:pt x="74295" y="89662"/>
                    <a:pt x="78740" y="86741"/>
                    <a:pt x="82677" y="82804"/>
                  </a:cubicBezTo>
                  <a:cubicBezTo>
                    <a:pt x="86614" y="78867"/>
                    <a:pt x="89535" y="74422"/>
                    <a:pt x="91694" y="69342"/>
                  </a:cubicBezTo>
                  <a:lnTo>
                    <a:pt x="97282" y="71628"/>
                  </a:lnTo>
                  <a:lnTo>
                    <a:pt x="91694" y="69342"/>
                  </a:lnTo>
                  <a:cubicBezTo>
                    <a:pt x="93853" y="64262"/>
                    <a:pt x="94869" y="58928"/>
                    <a:pt x="94869" y="5346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517525" y="541401"/>
              <a:ext cx="12192" cy="41783"/>
            </a:xfrm>
            <a:custGeom>
              <a:avLst/>
              <a:gdLst/>
              <a:ahLst/>
              <a:cxnLst/>
              <a:rect l="l" t="t" r="r" b="b"/>
              <a:pathLst>
                <a:path w="12192" h="41783">
                  <a:moveTo>
                    <a:pt x="127" y="35814"/>
                  </a:moveTo>
                  <a:lnTo>
                    <a:pt x="0" y="6096"/>
                  </a:lnTo>
                  <a:cubicBezTo>
                    <a:pt x="0" y="2794"/>
                    <a:pt x="2667" y="0"/>
                    <a:pt x="5969" y="0"/>
                  </a:cubicBezTo>
                  <a:cubicBezTo>
                    <a:pt x="9271" y="0"/>
                    <a:pt x="12065" y="2667"/>
                    <a:pt x="12065" y="5969"/>
                  </a:cubicBezTo>
                  <a:lnTo>
                    <a:pt x="12192" y="35687"/>
                  </a:lnTo>
                  <a:cubicBezTo>
                    <a:pt x="12192" y="38989"/>
                    <a:pt x="9525" y="41783"/>
                    <a:pt x="6223" y="41783"/>
                  </a:cubicBezTo>
                  <a:cubicBezTo>
                    <a:pt x="2921" y="41783"/>
                    <a:pt x="127" y="39116"/>
                    <a:pt x="127" y="35814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350012" y="740156"/>
              <a:ext cx="184912" cy="12192"/>
            </a:xfrm>
            <a:custGeom>
              <a:avLst/>
              <a:gdLst/>
              <a:ahLst/>
              <a:cxnLst/>
              <a:rect l="l" t="t" r="r" b="b"/>
              <a:pathLst>
                <a:path w="184912" h="12192">
                  <a:moveTo>
                    <a:pt x="178816" y="12192"/>
                  </a:moveTo>
                  <a:lnTo>
                    <a:pt x="6096" y="12192"/>
                  </a:lnTo>
                  <a:cubicBezTo>
                    <a:pt x="2794" y="12192"/>
                    <a:pt x="0" y="9525"/>
                    <a:pt x="0" y="6096"/>
                  </a:cubicBezTo>
                  <a:cubicBezTo>
                    <a:pt x="0" y="2667"/>
                    <a:pt x="2667" y="0"/>
                    <a:pt x="6096" y="0"/>
                  </a:cubicBezTo>
                  <a:lnTo>
                    <a:pt x="178816" y="0"/>
                  </a:lnTo>
                  <a:cubicBezTo>
                    <a:pt x="182118" y="0"/>
                    <a:pt x="184912" y="2667"/>
                    <a:pt x="184912" y="6096"/>
                  </a:cubicBezTo>
                  <a:cubicBezTo>
                    <a:pt x="184912" y="9525"/>
                    <a:pt x="182245" y="12192"/>
                    <a:pt x="178816" y="12192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379730" y="571119"/>
              <a:ext cx="136779" cy="12192"/>
            </a:xfrm>
            <a:custGeom>
              <a:avLst/>
              <a:gdLst/>
              <a:ahLst/>
              <a:cxnLst/>
              <a:rect l="l" t="t" r="r" b="b"/>
              <a:pathLst>
                <a:path w="136779" h="12192">
                  <a:moveTo>
                    <a:pt x="130683" y="12192"/>
                  </a:moveTo>
                  <a:lnTo>
                    <a:pt x="6096" y="12192"/>
                  </a:lnTo>
                  <a:cubicBezTo>
                    <a:pt x="2794" y="12192"/>
                    <a:pt x="0" y="9525"/>
                    <a:pt x="0" y="6096"/>
                  </a:cubicBezTo>
                  <a:cubicBezTo>
                    <a:pt x="0" y="2667"/>
                    <a:pt x="2667" y="0"/>
                    <a:pt x="6096" y="0"/>
                  </a:cubicBezTo>
                  <a:lnTo>
                    <a:pt x="130683" y="0"/>
                  </a:lnTo>
                  <a:cubicBezTo>
                    <a:pt x="133985" y="0"/>
                    <a:pt x="136779" y="2667"/>
                    <a:pt x="136779" y="6096"/>
                  </a:cubicBezTo>
                  <a:cubicBezTo>
                    <a:pt x="136779" y="9525"/>
                    <a:pt x="134112" y="12192"/>
                    <a:pt x="130683" y="12192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319659" y="600075"/>
              <a:ext cx="12192" cy="112776"/>
            </a:xfrm>
            <a:custGeom>
              <a:avLst/>
              <a:gdLst/>
              <a:ahLst/>
              <a:cxnLst/>
              <a:rect l="l" t="t" r="r" b="b"/>
              <a:pathLst>
                <a:path w="12192" h="112776">
                  <a:moveTo>
                    <a:pt x="0" y="106680"/>
                  </a:moveTo>
                  <a:lnTo>
                    <a:pt x="0" y="6096"/>
                  </a:lnTo>
                  <a:cubicBezTo>
                    <a:pt x="0" y="2794"/>
                    <a:pt x="2667" y="0"/>
                    <a:pt x="6096" y="0"/>
                  </a:cubicBezTo>
                  <a:cubicBezTo>
                    <a:pt x="9525" y="0"/>
                    <a:pt x="12192" y="2667"/>
                    <a:pt x="12192" y="6096"/>
                  </a:cubicBezTo>
                  <a:lnTo>
                    <a:pt x="12192" y="106680"/>
                  </a:lnTo>
                  <a:cubicBezTo>
                    <a:pt x="12192" y="109982"/>
                    <a:pt x="9525" y="112776"/>
                    <a:pt x="6096" y="112776"/>
                  </a:cubicBezTo>
                  <a:cubicBezTo>
                    <a:pt x="2667" y="112776"/>
                    <a:pt x="0" y="110109"/>
                    <a:pt x="0" y="10668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319523" y="575861"/>
              <a:ext cx="24096" cy="36283"/>
            </a:xfrm>
            <a:custGeom>
              <a:avLst/>
              <a:gdLst/>
              <a:ahLst/>
              <a:cxnLst/>
              <a:rect l="l" t="t" r="r" b="b"/>
              <a:pathLst>
                <a:path w="24096" h="36283">
                  <a:moveTo>
                    <a:pt x="9" y="30437"/>
                  </a:moveTo>
                  <a:cubicBezTo>
                    <a:pt x="-118" y="24595"/>
                    <a:pt x="1025" y="19134"/>
                    <a:pt x="3692" y="13927"/>
                  </a:cubicBezTo>
                  <a:lnTo>
                    <a:pt x="9153" y="16594"/>
                  </a:lnTo>
                  <a:lnTo>
                    <a:pt x="3692" y="13927"/>
                  </a:lnTo>
                  <a:cubicBezTo>
                    <a:pt x="6232" y="8720"/>
                    <a:pt x="9915" y="4402"/>
                    <a:pt x="14614" y="1100"/>
                  </a:cubicBezTo>
                  <a:cubicBezTo>
                    <a:pt x="17281" y="-805"/>
                    <a:pt x="21091" y="-170"/>
                    <a:pt x="22996" y="2497"/>
                  </a:cubicBezTo>
                  <a:cubicBezTo>
                    <a:pt x="24901" y="5164"/>
                    <a:pt x="24266" y="8974"/>
                    <a:pt x="21599" y="10879"/>
                  </a:cubicBezTo>
                  <a:cubicBezTo>
                    <a:pt x="18551" y="13038"/>
                    <a:pt x="16138" y="15832"/>
                    <a:pt x="14487" y="19261"/>
                  </a:cubicBezTo>
                  <a:cubicBezTo>
                    <a:pt x="12836" y="22690"/>
                    <a:pt x="11947" y="26246"/>
                    <a:pt x="12074" y="30056"/>
                  </a:cubicBezTo>
                  <a:cubicBezTo>
                    <a:pt x="12201" y="33358"/>
                    <a:pt x="9534" y="36152"/>
                    <a:pt x="6232" y="36279"/>
                  </a:cubicBezTo>
                  <a:cubicBezTo>
                    <a:pt x="2930" y="36406"/>
                    <a:pt x="136" y="33739"/>
                    <a:pt x="9" y="30437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365125" y="467106"/>
              <a:ext cx="164469" cy="86995"/>
            </a:xfrm>
            <a:custGeom>
              <a:avLst/>
              <a:gdLst/>
              <a:ahLst/>
              <a:cxnLst/>
              <a:rect l="l" t="t" r="r" b="b"/>
              <a:pathLst>
                <a:path w="164469" h="86995">
                  <a:moveTo>
                    <a:pt x="152781" y="80518"/>
                  </a:moveTo>
                  <a:cubicBezTo>
                    <a:pt x="152654" y="75946"/>
                    <a:pt x="152146" y="71501"/>
                    <a:pt x="151130" y="67056"/>
                  </a:cubicBezTo>
                  <a:lnTo>
                    <a:pt x="156972" y="65786"/>
                  </a:lnTo>
                  <a:lnTo>
                    <a:pt x="151130" y="67056"/>
                  </a:lnTo>
                  <a:cubicBezTo>
                    <a:pt x="150114" y="62611"/>
                    <a:pt x="148717" y="58293"/>
                    <a:pt x="146939" y="54102"/>
                  </a:cubicBezTo>
                  <a:lnTo>
                    <a:pt x="152527" y="51689"/>
                  </a:lnTo>
                  <a:lnTo>
                    <a:pt x="146939" y="54102"/>
                  </a:lnTo>
                  <a:cubicBezTo>
                    <a:pt x="145161" y="49911"/>
                    <a:pt x="142875" y="45974"/>
                    <a:pt x="140335" y="42291"/>
                  </a:cubicBezTo>
                  <a:cubicBezTo>
                    <a:pt x="137795" y="38608"/>
                    <a:pt x="134747" y="35052"/>
                    <a:pt x="131572" y="31877"/>
                  </a:cubicBezTo>
                  <a:lnTo>
                    <a:pt x="135763" y="27559"/>
                  </a:lnTo>
                  <a:lnTo>
                    <a:pt x="131572" y="31877"/>
                  </a:lnTo>
                  <a:cubicBezTo>
                    <a:pt x="128270" y="28702"/>
                    <a:pt x="124714" y="25908"/>
                    <a:pt x="120904" y="23368"/>
                  </a:cubicBezTo>
                  <a:cubicBezTo>
                    <a:pt x="117094" y="20828"/>
                    <a:pt x="113030" y="18796"/>
                    <a:pt x="108839" y="17145"/>
                  </a:cubicBezTo>
                  <a:lnTo>
                    <a:pt x="111125" y="11557"/>
                  </a:lnTo>
                  <a:lnTo>
                    <a:pt x="108839" y="17145"/>
                  </a:lnTo>
                  <a:cubicBezTo>
                    <a:pt x="104648" y="15494"/>
                    <a:pt x="100330" y="14224"/>
                    <a:pt x="95758" y="13335"/>
                  </a:cubicBezTo>
                  <a:lnTo>
                    <a:pt x="96901" y="7366"/>
                  </a:lnTo>
                  <a:lnTo>
                    <a:pt x="95758" y="13335"/>
                  </a:lnTo>
                  <a:cubicBezTo>
                    <a:pt x="91313" y="12446"/>
                    <a:pt x="86741" y="12065"/>
                    <a:pt x="82169" y="12065"/>
                  </a:cubicBezTo>
                  <a:cubicBezTo>
                    <a:pt x="77597" y="12065"/>
                    <a:pt x="73152" y="12573"/>
                    <a:pt x="68707" y="13462"/>
                  </a:cubicBezTo>
                  <a:lnTo>
                    <a:pt x="67564" y="7493"/>
                  </a:lnTo>
                  <a:lnTo>
                    <a:pt x="68707" y="13462"/>
                  </a:lnTo>
                  <a:cubicBezTo>
                    <a:pt x="64262" y="14351"/>
                    <a:pt x="59944" y="15621"/>
                    <a:pt x="55753" y="17399"/>
                  </a:cubicBezTo>
                  <a:lnTo>
                    <a:pt x="53467" y="11811"/>
                  </a:lnTo>
                  <a:lnTo>
                    <a:pt x="55753" y="17399"/>
                  </a:lnTo>
                  <a:cubicBezTo>
                    <a:pt x="51562" y="19177"/>
                    <a:pt x="47498" y="21209"/>
                    <a:pt x="43688" y="23749"/>
                  </a:cubicBezTo>
                  <a:lnTo>
                    <a:pt x="40386" y="18669"/>
                  </a:lnTo>
                  <a:lnTo>
                    <a:pt x="43688" y="23749"/>
                  </a:lnTo>
                  <a:cubicBezTo>
                    <a:pt x="39878" y="26289"/>
                    <a:pt x="36322" y="29083"/>
                    <a:pt x="33147" y="32258"/>
                  </a:cubicBezTo>
                  <a:lnTo>
                    <a:pt x="28956" y="27940"/>
                  </a:lnTo>
                  <a:lnTo>
                    <a:pt x="33147" y="32258"/>
                  </a:lnTo>
                  <a:cubicBezTo>
                    <a:pt x="29845" y="35433"/>
                    <a:pt x="27051" y="38989"/>
                    <a:pt x="24384" y="42672"/>
                  </a:cubicBezTo>
                  <a:lnTo>
                    <a:pt x="19431" y="39243"/>
                  </a:lnTo>
                  <a:lnTo>
                    <a:pt x="24384" y="42672"/>
                  </a:lnTo>
                  <a:cubicBezTo>
                    <a:pt x="21844" y="46482"/>
                    <a:pt x="19685" y="50419"/>
                    <a:pt x="17780" y="54610"/>
                  </a:cubicBezTo>
                  <a:cubicBezTo>
                    <a:pt x="16002" y="58801"/>
                    <a:pt x="14605" y="63119"/>
                    <a:pt x="13589" y="67564"/>
                  </a:cubicBezTo>
                  <a:cubicBezTo>
                    <a:pt x="12573" y="72009"/>
                    <a:pt x="12065" y="76454"/>
                    <a:pt x="12065" y="81026"/>
                  </a:cubicBezTo>
                  <a:cubicBezTo>
                    <a:pt x="12065" y="84328"/>
                    <a:pt x="9271" y="86995"/>
                    <a:pt x="5969" y="86995"/>
                  </a:cubicBezTo>
                  <a:cubicBezTo>
                    <a:pt x="2667" y="86995"/>
                    <a:pt x="0" y="84201"/>
                    <a:pt x="0" y="80899"/>
                  </a:cubicBezTo>
                  <a:cubicBezTo>
                    <a:pt x="127" y="75565"/>
                    <a:pt x="762" y="70231"/>
                    <a:pt x="1778" y="65024"/>
                  </a:cubicBezTo>
                  <a:lnTo>
                    <a:pt x="7747" y="66294"/>
                  </a:lnTo>
                  <a:lnTo>
                    <a:pt x="1778" y="65024"/>
                  </a:lnTo>
                  <a:cubicBezTo>
                    <a:pt x="2921" y="59817"/>
                    <a:pt x="4572" y="54737"/>
                    <a:pt x="6604" y="49911"/>
                  </a:cubicBezTo>
                  <a:lnTo>
                    <a:pt x="12192" y="52324"/>
                  </a:lnTo>
                  <a:lnTo>
                    <a:pt x="6604" y="49911"/>
                  </a:lnTo>
                  <a:cubicBezTo>
                    <a:pt x="8763" y="44958"/>
                    <a:pt x="11303" y="40386"/>
                    <a:pt x="14224" y="35941"/>
                  </a:cubicBezTo>
                  <a:cubicBezTo>
                    <a:pt x="17272" y="31496"/>
                    <a:pt x="20574" y="27432"/>
                    <a:pt x="24384" y="23749"/>
                  </a:cubicBezTo>
                  <a:cubicBezTo>
                    <a:pt x="28194" y="20066"/>
                    <a:pt x="32258" y="16637"/>
                    <a:pt x="36703" y="13716"/>
                  </a:cubicBezTo>
                  <a:cubicBezTo>
                    <a:pt x="41148" y="10795"/>
                    <a:pt x="45847" y="8255"/>
                    <a:pt x="50800" y="6223"/>
                  </a:cubicBezTo>
                  <a:cubicBezTo>
                    <a:pt x="55753" y="4191"/>
                    <a:pt x="60833" y="2667"/>
                    <a:pt x="66040" y="1651"/>
                  </a:cubicBezTo>
                  <a:cubicBezTo>
                    <a:pt x="71247" y="635"/>
                    <a:pt x="76581" y="127"/>
                    <a:pt x="81915" y="0"/>
                  </a:cubicBezTo>
                  <a:lnTo>
                    <a:pt x="81915" y="6096"/>
                  </a:lnTo>
                  <a:lnTo>
                    <a:pt x="81915" y="0"/>
                  </a:lnTo>
                  <a:cubicBezTo>
                    <a:pt x="87249" y="0"/>
                    <a:pt x="92583" y="508"/>
                    <a:pt x="97790" y="1524"/>
                  </a:cubicBezTo>
                  <a:cubicBezTo>
                    <a:pt x="102997" y="2540"/>
                    <a:pt x="108077" y="4064"/>
                    <a:pt x="113030" y="5969"/>
                  </a:cubicBezTo>
                  <a:cubicBezTo>
                    <a:pt x="117983" y="7874"/>
                    <a:pt x="122682" y="10414"/>
                    <a:pt x="127127" y="13335"/>
                  </a:cubicBezTo>
                  <a:lnTo>
                    <a:pt x="123825" y="18415"/>
                  </a:lnTo>
                  <a:lnTo>
                    <a:pt x="127127" y="13335"/>
                  </a:lnTo>
                  <a:cubicBezTo>
                    <a:pt x="131572" y="16256"/>
                    <a:pt x="135763" y="19558"/>
                    <a:pt x="139573" y="23241"/>
                  </a:cubicBezTo>
                  <a:cubicBezTo>
                    <a:pt x="143383" y="26924"/>
                    <a:pt x="146812" y="30988"/>
                    <a:pt x="149860" y="35433"/>
                  </a:cubicBezTo>
                  <a:lnTo>
                    <a:pt x="144907" y="38862"/>
                  </a:lnTo>
                  <a:lnTo>
                    <a:pt x="149860" y="35433"/>
                  </a:lnTo>
                  <a:cubicBezTo>
                    <a:pt x="152908" y="39751"/>
                    <a:pt x="155448" y="44450"/>
                    <a:pt x="157607" y="49276"/>
                  </a:cubicBezTo>
                  <a:cubicBezTo>
                    <a:pt x="159766" y="54102"/>
                    <a:pt x="161417" y="59182"/>
                    <a:pt x="162560" y="64389"/>
                  </a:cubicBezTo>
                  <a:cubicBezTo>
                    <a:pt x="163703" y="69596"/>
                    <a:pt x="164338" y="74803"/>
                    <a:pt x="164465" y="80137"/>
                  </a:cubicBezTo>
                  <a:cubicBezTo>
                    <a:pt x="164592" y="83439"/>
                    <a:pt x="161925" y="86233"/>
                    <a:pt x="158623" y="86360"/>
                  </a:cubicBezTo>
                  <a:cubicBezTo>
                    <a:pt x="155321" y="86487"/>
                    <a:pt x="152527" y="83820"/>
                    <a:pt x="152400" y="80518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563753" y="623062"/>
              <a:ext cx="12192" cy="99314"/>
            </a:xfrm>
            <a:custGeom>
              <a:avLst/>
              <a:gdLst/>
              <a:ahLst/>
              <a:cxnLst/>
              <a:rect l="l" t="t" r="r" b="b"/>
              <a:pathLst>
                <a:path w="12192" h="99314">
                  <a:moveTo>
                    <a:pt x="12192" y="6096"/>
                  </a:moveTo>
                  <a:lnTo>
                    <a:pt x="12192" y="93218"/>
                  </a:lnTo>
                  <a:cubicBezTo>
                    <a:pt x="12192" y="96520"/>
                    <a:pt x="9525" y="99314"/>
                    <a:pt x="6096" y="99314"/>
                  </a:cubicBezTo>
                  <a:cubicBezTo>
                    <a:pt x="2667" y="99314"/>
                    <a:pt x="0" y="96647"/>
                    <a:pt x="0" y="93218"/>
                  </a:cubicBezTo>
                  <a:lnTo>
                    <a:pt x="0" y="6096"/>
                  </a:lnTo>
                  <a:cubicBezTo>
                    <a:pt x="0" y="2794"/>
                    <a:pt x="2667" y="0"/>
                    <a:pt x="6096" y="0"/>
                  </a:cubicBezTo>
                  <a:cubicBezTo>
                    <a:pt x="9525" y="0"/>
                    <a:pt x="12192" y="2667"/>
                    <a:pt x="12192" y="609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365633" y="541909"/>
              <a:ext cx="12192" cy="41402"/>
            </a:xfrm>
            <a:custGeom>
              <a:avLst/>
              <a:gdLst/>
              <a:ahLst/>
              <a:cxnLst/>
              <a:rect l="l" t="t" r="r" b="b"/>
              <a:pathLst>
                <a:path w="12192" h="41402">
                  <a:moveTo>
                    <a:pt x="12192" y="6096"/>
                  </a:moveTo>
                  <a:lnTo>
                    <a:pt x="12192" y="35306"/>
                  </a:lnTo>
                  <a:cubicBezTo>
                    <a:pt x="12192" y="38608"/>
                    <a:pt x="9525" y="41402"/>
                    <a:pt x="6096" y="41402"/>
                  </a:cubicBezTo>
                  <a:cubicBezTo>
                    <a:pt x="2667" y="41402"/>
                    <a:pt x="0" y="38735"/>
                    <a:pt x="0" y="35306"/>
                  </a:cubicBezTo>
                  <a:lnTo>
                    <a:pt x="0" y="6096"/>
                  </a:lnTo>
                  <a:cubicBezTo>
                    <a:pt x="0" y="2794"/>
                    <a:pt x="2667" y="0"/>
                    <a:pt x="6096" y="0"/>
                  </a:cubicBezTo>
                  <a:cubicBezTo>
                    <a:pt x="9525" y="0"/>
                    <a:pt x="12192" y="2667"/>
                    <a:pt x="12192" y="609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940442" y="7586197"/>
            <a:ext cx="8400434" cy="2086757"/>
            <a:chOff x="0" y="0"/>
            <a:chExt cx="5994400" cy="1489075"/>
          </a:xfrm>
        </p:grpSpPr>
        <p:sp>
          <p:nvSpPr>
            <p:cNvPr id="33" name="Freeform 33"/>
            <p:cNvSpPr/>
            <p:nvPr/>
          </p:nvSpPr>
          <p:spPr>
            <a:xfrm>
              <a:off x="72898" y="72898"/>
              <a:ext cx="5848604" cy="1343279"/>
            </a:xfrm>
            <a:custGeom>
              <a:avLst/>
              <a:gdLst/>
              <a:ahLst/>
              <a:cxnLst/>
              <a:rect l="l" t="t" r="r" b="b"/>
              <a:pathLst>
                <a:path w="5848604" h="1343279">
                  <a:moveTo>
                    <a:pt x="127" y="1329944"/>
                  </a:moveTo>
                  <a:lnTo>
                    <a:pt x="127" y="13335"/>
                  </a:lnTo>
                  <a:cubicBezTo>
                    <a:pt x="127" y="11557"/>
                    <a:pt x="508" y="9906"/>
                    <a:pt x="1143" y="8255"/>
                  </a:cubicBezTo>
                  <a:cubicBezTo>
                    <a:pt x="1778" y="6604"/>
                    <a:pt x="2794" y="5207"/>
                    <a:pt x="4064" y="3937"/>
                  </a:cubicBezTo>
                  <a:cubicBezTo>
                    <a:pt x="5334" y="2667"/>
                    <a:pt x="6731" y="1778"/>
                    <a:pt x="8382" y="1016"/>
                  </a:cubicBezTo>
                  <a:cubicBezTo>
                    <a:pt x="10033" y="254"/>
                    <a:pt x="11684" y="0"/>
                    <a:pt x="13462" y="0"/>
                  </a:cubicBezTo>
                  <a:lnTo>
                    <a:pt x="5835269" y="0"/>
                  </a:lnTo>
                  <a:cubicBezTo>
                    <a:pt x="5837047" y="0"/>
                    <a:pt x="5838698" y="381"/>
                    <a:pt x="5840349" y="1016"/>
                  </a:cubicBezTo>
                  <a:cubicBezTo>
                    <a:pt x="5842000" y="1651"/>
                    <a:pt x="5843397" y="2667"/>
                    <a:pt x="5844667" y="3937"/>
                  </a:cubicBezTo>
                  <a:cubicBezTo>
                    <a:pt x="5845937" y="5207"/>
                    <a:pt x="5846826" y="6604"/>
                    <a:pt x="5847588" y="8255"/>
                  </a:cubicBezTo>
                  <a:cubicBezTo>
                    <a:pt x="5848350" y="9906"/>
                    <a:pt x="5848604" y="11557"/>
                    <a:pt x="5848604" y="13335"/>
                  </a:cubicBezTo>
                  <a:lnTo>
                    <a:pt x="5848604" y="1329944"/>
                  </a:lnTo>
                  <a:cubicBezTo>
                    <a:pt x="5848604" y="1331722"/>
                    <a:pt x="5848223" y="1333373"/>
                    <a:pt x="5847588" y="1335024"/>
                  </a:cubicBezTo>
                  <a:cubicBezTo>
                    <a:pt x="5846953" y="1336675"/>
                    <a:pt x="5845937" y="1338072"/>
                    <a:pt x="5844667" y="1339342"/>
                  </a:cubicBezTo>
                  <a:cubicBezTo>
                    <a:pt x="5843397" y="1340612"/>
                    <a:pt x="5842000" y="1341501"/>
                    <a:pt x="5840349" y="1342263"/>
                  </a:cubicBezTo>
                  <a:cubicBezTo>
                    <a:pt x="5838698" y="1343025"/>
                    <a:pt x="5837047" y="1343279"/>
                    <a:pt x="5835269" y="1343279"/>
                  </a:cubicBezTo>
                  <a:lnTo>
                    <a:pt x="13335" y="1343279"/>
                  </a:lnTo>
                  <a:cubicBezTo>
                    <a:pt x="11557" y="1343279"/>
                    <a:pt x="9906" y="1342898"/>
                    <a:pt x="8255" y="1342263"/>
                  </a:cubicBezTo>
                  <a:cubicBezTo>
                    <a:pt x="6604" y="1341628"/>
                    <a:pt x="5207" y="1340612"/>
                    <a:pt x="3937" y="1339342"/>
                  </a:cubicBezTo>
                  <a:cubicBezTo>
                    <a:pt x="2667" y="1338072"/>
                    <a:pt x="1778" y="1336675"/>
                    <a:pt x="1016" y="1335024"/>
                  </a:cubicBezTo>
                  <a:cubicBezTo>
                    <a:pt x="254" y="1333373"/>
                    <a:pt x="0" y="1331722"/>
                    <a:pt x="0" y="1329944"/>
                  </a:cubicBezTo>
                  <a:close/>
                </a:path>
              </a:pathLst>
            </a:custGeom>
            <a:solidFill>
              <a:srgbClr val="FEF5E7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63373" y="63373"/>
              <a:ext cx="5867654" cy="1362329"/>
            </a:xfrm>
            <a:custGeom>
              <a:avLst/>
              <a:gdLst/>
              <a:ahLst/>
              <a:cxnLst/>
              <a:rect l="l" t="t" r="r" b="b"/>
              <a:pathLst>
                <a:path w="5867654" h="1362329">
                  <a:moveTo>
                    <a:pt x="127" y="1339469"/>
                  </a:moveTo>
                  <a:lnTo>
                    <a:pt x="127" y="22860"/>
                  </a:lnTo>
                  <a:lnTo>
                    <a:pt x="9652" y="22860"/>
                  </a:lnTo>
                  <a:lnTo>
                    <a:pt x="127" y="22860"/>
                  </a:lnTo>
                  <a:cubicBezTo>
                    <a:pt x="127" y="19812"/>
                    <a:pt x="762" y="16891"/>
                    <a:pt x="1905" y="14097"/>
                  </a:cubicBezTo>
                  <a:lnTo>
                    <a:pt x="10668" y="17780"/>
                  </a:lnTo>
                  <a:lnTo>
                    <a:pt x="1905" y="14097"/>
                  </a:lnTo>
                  <a:cubicBezTo>
                    <a:pt x="3048" y="11303"/>
                    <a:pt x="4699" y="8890"/>
                    <a:pt x="6858" y="6731"/>
                  </a:cubicBezTo>
                  <a:lnTo>
                    <a:pt x="13589" y="13462"/>
                  </a:lnTo>
                  <a:lnTo>
                    <a:pt x="6858" y="6731"/>
                  </a:lnTo>
                  <a:cubicBezTo>
                    <a:pt x="9017" y="4572"/>
                    <a:pt x="11430" y="2921"/>
                    <a:pt x="14224" y="1778"/>
                  </a:cubicBezTo>
                  <a:cubicBezTo>
                    <a:pt x="17018" y="635"/>
                    <a:pt x="19939" y="0"/>
                    <a:pt x="22987" y="0"/>
                  </a:cubicBezTo>
                  <a:lnTo>
                    <a:pt x="22987" y="9525"/>
                  </a:lnTo>
                  <a:lnTo>
                    <a:pt x="22987" y="127"/>
                  </a:lnTo>
                  <a:lnTo>
                    <a:pt x="5844794" y="127"/>
                  </a:lnTo>
                  <a:lnTo>
                    <a:pt x="5844794" y="9652"/>
                  </a:lnTo>
                  <a:lnTo>
                    <a:pt x="5844794" y="127"/>
                  </a:lnTo>
                  <a:cubicBezTo>
                    <a:pt x="5847842" y="127"/>
                    <a:pt x="5850763" y="762"/>
                    <a:pt x="5853557" y="1905"/>
                  </a:cubicBezTo>
                  <a:cubicBezTo>
                    <a:pt x="5856351" y="3048"/>
                    <a:pt x="5858764" y="4699"/>
                    <a:pt x="5860923" y="6858"/>
                  </a:cubicBezTo>
                  <a:cubicBezTo>
                    <a:pt x="5863082" y="9017"/>
                    <a:pt x="5864733" y="11430"/>
                    <a:pt x="5865876" y="14224"/>
                  </a:cubicBezTo>
                  <a:lnTo>
                    <a:pt x="5857113" y="17907"/>
                  </a:lnTo>
                  <a:lnTo>
                    <a:pt x="5865876" y="14224"/>
                  </a:lnTo>
                  <a:cubicBezTo>
                    <a:pt x="5867019" y="17018"/>
                    <a:pt x="5867654" y="19939"/>
                    <a:pt x="5867654" y="22987"/>
                  </a:cubicBezTo>
                  <a:lnTo>
                    <a:pt x="5867654" y="1339469"/>
                  </a:lnTo>
                  <a:cubicBezTo>
                    <a:pt x="5867654" y="1342517"/>
                    <a:pt x="5867019" y="1345438"/>
                    <a:pt x="5865876" y="1348232"/>
                  </a:cubicBezTo>
                  <a:lnTo>
                    <a:pt x="5857113" y="1344549"/>
                  </a:lnTo>
                  <a:lnTo>
                    <a:pt x="5865876" y="1348232"/>
                  </a:lnTo>
                  <a:cubicBezTo>
                    <a:pt x="5864733" y="1351026"/>
                    <a:pt x="5863082" y="1353439"/>
                    <a:pt x="5860923" y="1355598"/>
                  </a:cubicBezTo>
                  <a:cubicBezTo>
                    <a:pt x="5858764" y="1357757"/>
                    <a:pt x="5856351" y="1359408"/>
                    <a:pt x="5853557" y="1360551"/>
                  </a:cubicBezTo>
                  <a:cubicBezTo>
                    <a:pt x="5850763" y="1361694"/>
                    <a:pt x="5847842" y="1362329"/>
                    <a:pt x="5844794" y="1362329"/>
                  </a:cubicBezTo>
                  <a:lnTo>
                    <a:pt x="22860" y="1362329"/>
                  </a:lnTo>
                  <a:cubicBezTo>
                    <a:pt x="19812" y="1362329"/>
                    <a:pt x="16891" y="1361694"/>
                    <a:pt x="14097" y="1360551"/>
                  </a:cubicBezTo>
                  <a:cubicBezTo>
                    <a:pt x="11303" y="1359408"/>
                    <a:pt x="8890" y="1357757"/>
                    <a:pt x="6731" y="1355598"/>
                  </a:cubicBezTo>
                  <a:cubicBezTo>
                    <a:pt x="4572" y="1353439"/>
                    <a:pt x="2921" y="1351026"/>
                    <a:pt x="1778" y="1348232"/>
                  </a:cubicBezTo>
                  <a:cubicBezTo>
                    <a:pt x="635" y="1345438"/>
                    <a:pt x="0" y="1342517"/>
                    <a:pt x="0" y="1339469"/>
                  </a:cubicBezTo>
                  <a:lnTo>
                    <a:pt x="9525" y="1339469"/>
                  </a:lnTo>
                  <a:lnTo>
                    <a:pt x="127" y="1339469"/>
                  </a:lnTo>
                  <a:moveTo>
                    <a:pt x="19177" y="1339469"/>
                  </a:moveTo>
                  <a:cubicBezTo>
                    <a:pt x="19177" y="1339977"/>
                    <a:pt x="19304" y="1340485"/>
                    <a:pt x="19431" y="1340866"/>
                  </a:cubicBezTo>
                  <a:lnTo>
                    <a:pt x="10668" y="1344549"/>
                  </a:lnTo>
                  <a:lnTo>
                    <a:pt x="19431" y="1340866"/>
                  </a:lnTo>
                  <a:cubicBezTo>
                    <a:pt x="19685" y="1341374"/>
                    <a:pt x="19939" y="1341755"/>
                    <a:pt x="20193" y="1342136"/>
                  </a:cubicBezTo>
                  <a:lnTo>
                    <a:pt x="13462" y="1348867"/>
                  </a:lnTo>
                  <a:lnTo>
                    <a:pt x="20193" y="1342136"/>
                  </a:lnTo>
                  <a:cubicBezTo>
                    <a:pt x="20574" y="1342517"/>
                    <a:pt x="20955" y="1342771"/>
                    <a:pt x="21463" y="1342898"/>
                  </a:cubicBezTo>
                  <a:lnTo>
                    <a:pt x="17780" y="1351661"/>
                  </a:lnTo>
                  <a:lnTo>
                    <a:pt x="21463" y="1342898"/>
                  </a:lnTo>
                  <a:cubicBezTo>
                    <a:pt x="21971" y="1343152"/>
                    <a:pt x="22352" y="1343152"/>
                    <a:pt x="22860" y="1343152"/>
                  </a:cubicBezTo>
                  <a:lnTo>
                    <a:pt x="22860" y="1352677"/>
                  </a:lnTo>
                  <a:lnTo>
                    <a:pt x="22860" y="1343152"/>
                  </a:lnTo>
                  <a:lnTo>
                    <a:pt x="5844794" y="1343152"/>
                  </a:lnTo>
                  <a:lnTo>
                    <a:pt x="5844794" y="1352677"/>
                  </a:lnTo>
                  <a:lnTo>
                    <a:pt x="5844794" y="1343152"/>
                  </a:lnTo>
                  <a:cubicBezTo>
                    <a:pt x="5845302" y="1343152"/>
                    <a:pt x="5845810" y="1343025"/>
                    <a:pt x="5846191" y="1342898"/>
                  </a:cubicBezTo>
                  <a:lnTo>
                    <a:pt x="5849874" y="1351661"/>
                  </a:lnTo>
                  <a:lnTo>
                    <a:pt x="5846191" y="1342898"/>
                  </a:lnTo>
                  <a:cubicBezTo>
                    <a:pt x="5846699" y="1342644"/>
                    <a:pt x="5847080" y="1342390"/>
                    <a:pt x="5847461" y="1342136"/>
                  </a:cubicBezTo>
                  <a:lnTo>
                    <a:pt x="5854192" y="1348867"/>
                  </a:lnTo>
                  <a:lnTo>
                    <a:pt x="5847461" y="1342136"/>
                  </a:lnTo>
                  <a:cubicBezTo>
                    <a:pt x="5847842" y="1341755"/>
                    <a:pt x="5848096" y="1341374"/>
                    <a:pt x="5848223" y="1340866"/>
                  </a:cubicBezTo>
                  <a:cubicBezTo>
                    <a:pt x="5848477" y="1340358"/>
                    <a:pt x="5848477" y="1339977"/>
                    <a:pt x="5848477" y="1339469"/>
                  </a:cubicBezTo>
                  <a:lnTo>
                    <a:pt x="5858002" y="1339469"/>
                  </a:lnTo>
                  <a:lnTo>
                    <a:pt x="5848477" y="1339469"/>
                  </a:lnTo>
                  <a:lnTo>
                    <a:pt x="5848477" y="22860"/>
                  </a:lnTo>
                  <a:lnTo>
                    <a:pt x="5858002" y="22860"/>
                  </a:lnTo>
                  <a:lnTo>
                    <a:pt x="5848477" y="22860"/>
                  </a:lnTo>
                  <a:cubicBezTo>
                    <a:pt x="5848477" y="22352"/>
                    <a:pt x="5848350" y="21844"/>
                    <a:pt x="5848223" y="21463"/>
                  </a:cubicBezTo>
                  <a:cubicBezTo>
                    <a:pt x="5847969" y="20955"/>
                    <a:pt x="5847715" y="20574"/>
                    <a:pt x="5847461" y="20193"/>
                  </a:cubicBezTo>
                  <a:lnTo>
                    <a:pt x="5854192" y="13462"/>
                  </a:lnTo>
                  <a:lnTo>
                    <a:pt x="5847461" y="20193"/>
                  </a:lnTo>
                  <a:cubicBezTo>
                    <a:pt x="5847080" y="19812"/>
                    <a:pt x="5846699" y="19558"/>
                    <a:pt x="5846318" y="19431"/>
                  </a:cubicBezTo>
                  <a:lnTo>
                    <a:pt x="5850001" y="10668"/>
                  </a:lnTo>
                  <a:lnTo>
                    <a:pt x="5846318" y="19431"/>
                  </a:lnTo>
                  <a:cubicBezTo>
                    <a:pt x="5845810" y="19177"/>
                    <a:pt x="5845429" y="19177"/>
                    <a:pt x="5844921" y="19177"/>
                  </a:cubicBezTo>
                  <a:lnTo>
                    <a:pt x="22860" y="19177"/>
                  </a:lnTo>
                  <a:cubicBezTo>
                    <a:pt x="22352" y="19177"/>
                    <a:pt x="21844" y="19304"/>
                    <a:pt x="21463" y="19431"/>
                  </a:cubicBezTo>
                  <a:lnTo>
                    <a:pt x="17780" y="10668"/>
                  </a:lnTo>
                  <a:lnTo>
                    <a:pt x="21463" y="19431"/>
                  </a:lnTo>
                  <a:cubicBezTo>
                    <a:pt x="20955" y="19685"/>
                    <a:pt x="20574" y="19939"/>
                    <a:pt x="20320" y="20193"/>
                  </a:cubicBezTo>
                  <a:cubicBezTo>
                    <a:pt x="19939" y="20574"/>
                    <a:pt x="19685" y="20955"/>
                    <a:pt x="19558" y="21463"/>
                  </a:cubicBezTo>
                  <a:cubicBezTo>
                    <a:pt x="19304" y="21971"/>
                    <a:pt x="19304" y="22352"/>
                    <a:pt x="19304" y="22860"/>
                  </a:cubicBezTo>
                  <a:lnTo>
                    <a:pt x="19304" y="1339469"/>
                  </a:lnTo>
                  <a:close/>
                </a:path>
              </a:pathLst>
            </a:custGeom>
            <a:solidFill>
              <a:srgbClr val="D9CDBA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82423" y="82423"/>
              <a:ext cx="724027" cy="1324102"/>
            </a:xfrm>
            <a:custGeom>
              <a:avLst/>
              <a:gdLst/>
              <a:ahLst/>
              <a:cxnLst/>
              <a:rect l="l" t="t" r="r" b="b"/>
              <a:pathLst>
                <a:path w="724027" h="1324102">
                  <a:moveTo>
                    <a:pt x="127" y="1320419"/>
                  </a:moveTo>
                  <a:lnTo>
                    <a:pt x="127" y="3810"/>
                  </a:lnTo>
                  <a:cubicBezTo>
                    <a:pt x="127" y="2794"/>
                    <a:pt x="508" y="1905"/>
                    <a:pt x="1270" y="1143"/>
                  </a:cubicBezTo>
                  <a:cubicBezTo>
                    <a:pt x="2032" y="381"/>
                    <a:pt x="2921" y="0"/>
                    <a:pt x="3937" y="0"/>
                  </a:cubicBezTo>
                  <a:lnTo>
                    <a:pt x="724027" y="0"/>
                  </a:lnTo>
                  <a:lnTo>
                    <a:pt x="724027" y="1324102"/>
                  </a:lnTo>
                  <a:lnTo>
                    <a:pt x="3810" y="1324102"/>
                  </a:lnTo>
                  <a:cubicBezTo>
                    <a:pt x="2794" y="1324102"/>
                    <a:pt x="1905" y="1323721"/>
                    <a:pt x="1143" y="1322959"/>
                  </a:cubicBezTo>
                  <a:cubicBezTo>
                    <a:pt x="381" y="1322197"/>
                    <a:pt x="0" y="1321308"/>
                    <a:pt x="0" y="1320292"/>
                  </a:cubicBezTo>
                  <a:close/>
                </a:path>
              </a:pathLst>
            </a:custGeom>
            <a:solidFill>
              <a:srgbClr val="F3E7D4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305181" y="815467"/>
              <a:ext cx="52959" cy="45339"/>
            </a:xfrm>
            <a:custGeom>
              <a:avLst/>
              <a:gdLst/>
              <a:ahLst/>
              <a:cxnLst/>
              <a:rect l="l" t="t" r="r" b="b"/>
              <a:pathLst>
                <a:path w="52959" h="45339">
                  <a:moveTo>
                    <a:pt x="12065" y="5715"/>
                  </a:moveTo>
                  <a:cubicBezTo>
                    <a:pt x="12065" y="10795"/>
                    <a:pt x="12573" y="15621"/>
                    <a:pt x="13081" y="17526"/>
                  </a:cubicBezTo>
                  <a:lnTo>
                    <a:pt x="7239" y="18923"/>
                  </a:lnTo>
                  <a:lnTo>
                    <a:pt x="12954" y="16891"/>
                  </a:lnTo>
                  <a:cubicBezTo>
                    <a:pt x="13716" y="19050"/>
                    <a:pt x="14732" y="21336"/>
                    <a:pt x="16129" y="23622"/>
                  </a:cubicBezTo>
                  <a:lnTo>
                    <a:pt x="10922" y="26797"/>
                  </a:lnTo>
                  <a:lnTo>
                    <a:pt x="15748" y="23114"/>
                  </a:lnTo>
                  <a:cubicBezTo>
                    <a:pt x="17399" y="25273"/>
                    <a:pt x="19304" y="27305"/>
                    <a:pt x="21463" y="29083"/>
                  </a:cubicBezTo>
                  <a:lnTo>
                    <a:pt x="17653" y="33782"/>
                  </a:lnTo>
                  <a:lnTo>
                    <a:pt x="20955" y="28702"/>
                  </a:lnTo>
                  <a:cubicBezTo>
                    <a:pt x="23114" y="30099"/>
                    <a:pt x="25400" y="31369"/>
                    <a:pt x="27686" y="32131"/>
                  </a:cubicBezTo>
                  <a:lnTo>
                    <a:pt x="25527" y="37846"/>
                  </a:lnTo>
                  <a:lnTo>
                    <a:pt x="27051" y="32004"/>
                  </a:lnTo>
                  <a:cubicBezTo>
                    <a:pt x="28956" y="32512"/>
                    <a:pt x="33655" y="33147"/>
                    <a:pt x="46990" y="33274"/>
                  </a:cubicBezTo>
                  <a:cubicBezTo>
                    <a:pt x="50292" y="33274"/>
                    <a:pt x="52959" y="36068"/>
                    <a:pt x="52959" y="39370"/>
                  </a:cubicBezTo>
                  <a:cubicBezTo>
                    <a:pt x="52959" y="42672"/>
                    <a:pt x="50165" y="45339"/>
                    <a:pt x="46863" y="45339"/>
                  </a:cubicBezTo>
                  <a:cubicBezTo>
                    <a:pt x="33528" y="45212"/>
                    <a:pt x="27559" y="44577"/>
                    <a:pt x="24003" y="43688"/>
                  </a:cubicBezTo>
                  <a:cubicBezTo>
                    <a:pt x="23749" y="43688"/>
                    <a:pt x="23622" y="43561"/>
                    <a:pt x="23368" y="43561"/>
                  </a:cubicBezTo>
                  <a:cubicBezTo>
                    <a:pt x="20193" y="42418"/>
                    <a:pt x="17145" y="40767"/>
                    <a:pt x="14224" y="38862"/>
                  </a:cubicBezTo>
                  <a:cubicBezTo>
                    <a:pt x="14097" y="38735"/>
                    <a:pt x="13843" y="38608"/>
                    <a:pt x="13716" y="38481"/>
                  </a:cubicBezTo>
                  <a:cubicBezTo>
                    <a:pt x="10922" y="36195"/>
                    <a:pt x="8382" y="33528"/>
                    <a:pt x="6096" y="30734"/>
                  </a:cubicBezTo>
                  <a:cubicBezTo>
                    <a:pt x="5969" y="30607"/>
                    <a:pt x="5842" y="30353"/>
                    <a:pt x="5715" y="30226"/>
                  </a:cubicBezTo>
                  <a:cubicBezTo>
                    <a:pt x="3937" y="27305"/>
                    <a:pt x="2413" y="24257"/>
                    <a:pt x="1397" y="21209"/>
                  </a:cubicBezTo>
                  <a:cubicBezTo>
                    <a:pt x="1270" y="20955"/>
                    <a:pt x="1270" y="20828"/>
                    <a:pt x="1270" y="20574"/>
                  </a:cubicBezTo>
                  <a:cubicBezTo>
                    <a:pt x="508" y="17399"/>
                    <a:pt x="0" y="11557"/>
                    <a:pt x="0" y="6096"/>
                  </a:cubicBezTo>
                  <a:cubicBezTo>
                    <a:pt x="0" y="2794"/>
                    <a:pt x="2667" y="0"/>
                    <a:pt x="5969" y="0"/>
                  </a:cubicBezTo>
                  <a:cubicBezTo>
                    <a:pt x="9271" y="0"/>
                    <a:pt x="12065" y="2667"/>
                    <a:pt x="12065" y="596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305054" y="625348"/>
              <a:ext cx="12192" cy="201930"/>
            </a:xfrm>
            <a:custGeom>
              <a:avLst/>
              <a:gdLst/>
              <a:ahLst/>
              <a:cxnLst/>
              <a:rect l="l" t="t" r="r" b="b"/>
              <a:pathLst>
                <a:path w="12192" h="201930">
                  <a:moveTo>
                    <a:pt x="12192" y="6096"/>
                  </a:moveTo>
                  <a:lnTo>
                    <a:pt x="12192" y="195834"/>
                  </a:lnTo>
                  <a:cubicBezTo>
                    <a:pt x="12192" y="199136"/>
                    <a:pt x="9525" y="201930"/>
                    <a:pt x="6096" y="201930"/>
                  </a:cubicBezTo>
                  <a:cubicBezTo>
                    <a:pt x="2667" y="201930"/>
                    <a:pt x="0" y="199263"/>
                    <a:pt x="0" y="195834"/>
                  </a:cubicBezTo>
                  <a:lnTo>
                    <a:pt x="0" y="6096"/>
                  </a:lnTo>
                  <a:cubicBezTo>
                    <a:pt x="0" y="2794"/>
                    <a:pt x="2667" y="0"/>
                    <a:pt x="6096" y="0"/>
                  </a:cubicBezTo>
                  <a:cubicBezTo>
                    <a:pt x="9525" y="0"/>
                    <a:pt x="12192" y="2667"/>
                    <a:pt x="12192" y="609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521462" y="657733"/>
              <a:ext cx="57785" cy="12192"/>
            </a:xfrm>
            <a:custGeom>
              <a:avLst/>
              <a:gdLst/>
              <a:ahLst/>
              <a:cxnLst/>
              <a:rect l="l" t="t" r="r" b="b"/>
              <a:pathLst>
                <a:path w="57785" h="12192">
                  <a:moveTo>
                    <a:pt x="6096" y="0"/>
                  </a:moveTo>
                  <a:lnTo>
                    <a:pt x="51689" y="0"/>
                  </a:lnTo>
                  <a:cubicBezTo>
                    <a:pt x="54991" y="0"/>
                    <a:pt x="57785" y="2667"/>
                    <a:pt x="57785" y="6096"/>
                  </a:cubicBezTo>
                  <a:cubicBezTo>
                    <a:pt x="57785" y="9525"/>
                    <a:pt x="55118" y="12192"/>
                    <a:pt x="51689" y="12192"/>
                  </a:cubicBezTo>
                  <a:lnTo>
                    <a:pt x="6096" y="12192"/>
                  </a:lnTo>
                  <a:cubicBezTo>
                    <a:pt x="2794" y="12192"/>
                    <a:pt x="0" y="9525"/>
                    <a:pt x="0" y="6096"/>
                  </a:cubicBezTo>
                  <a:cubicBezTo>
                    <a:pt x="0" y="2667"/>
                    <a:pt x="2667" y="0"/>
                    <a:pt x="6096" y="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458486" y="658844"/>
              <a:ext cx="120619" cy="121095"/>
            </a:xfrm>
            <a:custGeom>
              <a:avLst/>
              <a:gdLst/>
              <a:ahLst/>
              <a:cxnLst/>
              <a:rect l="l" t="t" r="r" b="b"/>
              <a:pathLst>
                <a:path w="120619" h="121095">
                  <a:moveTo>
                    <a:pt x="118856" y="10319"/>
                  </a:moveTo>
                  <a:lnTo>
                    <a:pt x="10271" y="119285"/>
                  </a:lnTo>
                  <a:cubicBezTo>
                    <a:pt x="7858" y="121698"/>
                    <a:pt x="4048" y="121698"/>
                    <a:pt x="1762" y="119285"/>
                  </a:cubicBezTo>
                  <a:cubicBezTo>
                    <a:pt x="-524" y="116872"/>
                    <a:pt x="-651" y="113062"/>
                    <a:pt x="1762" y="110776"/>
                  </a:cubicBezTo>
                  <a:lnTo>
                    <a:pt x="110347" y="1810"/>
                  </a:lnTo>
                  <a:cubicBezTo>
                    <a:pt x="112760" y="-603"/>
                    <a:pt x="116570" y="-603"/>
                    <a:pt x="118856" y="1810"/>
                  </a:cubicBezTo>
                  <a:cubicBezTo>
                    <a:pt x="121142" y="4223"/>
                    <a:pt x="121269" y="8033"/>
                    <a:pt x="118856" y="10319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412210" y="722138"/>
              <a:ext cx="58357" cy="57754"/>
            </a:xfrm>
            <a:custGeom>
              <a:avLst/>
              <a:gdLst/>
              <a:ahLst/>
              <a:cxnLst/>
              <a:rect l="l" t="t" r="r" b="b"/>
              <a:pathLst>
                <a:path w="58357" h="57754">
                  <a:moveTo>
                    <a:pt x="48038" y="55991"/>
                  </a:moveTo>
                  <a:lnTo>
                    <a:pt x="1810" y="10271"/>
                  </a:lnTo>
                  <a:cubicBezTo>
                    <a:pt x="-603" y="7858"/>
                    <a:pt x="-603" y="4048"/>
                    <a:pt x="1810" y="1762"/>
                  </a:cubicBezTo>
                  <a:cubicBezTo>
                    <a:pt x="4223" y="-524"/>
                    <a:pt x="8033" y="-651"/>
                    <a:pt x="10319" y="1762"/>
                  </a:cubicBezTo>
                  <a:lnTo>
                    <a:pt x="56547" y="47482"/>
                  </a:lnTo>
                  <a:cubicBezTo>
                    <a:pt x="58960" y="49895"/>
                    <a:pt x="58960" y="53705"/>
                    <a:pt x="56547" y="55991"/>
                  </a:cubicBezTo>
                  <a:cubicBezTo>
                    <a:pt x="54134" y="58277"/>
                    <a:pt x="50324" y="58404"/>
                    <a:pt x="48038" y="55991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346091" y="722090"/>
              <a:ext cx="78328" cy="78168"/>
            </a:xfrm>
            <a:custGeom>
              <a:avLst/>
              <a:gdLst/>
              <a:ahLst/>
              <a:cxnLst/>
              <a:rect l="l" t="t" r="r" b="b"/>
              <a:pathLst>
                <a:path w="78328" h="78168">
                  <a:moveTo>
                    <a:pt x="1762" y="67850"/>
                  </a:moveTo>
                  <a:lnTo>
                    <a:pt x="68056" y="1810"/>
                  </a:lnTo>
                  <a:cubicBezTo>
                    <a:pt x="70469" y="-603"/>
                    <a:pt x="74279" y="-603"/>
                    <a:pt x="76565" y="1810"/>
                  </a:cubicBezTo>
                  <a:cubicBezTo>
                    <a:pt x="78851" y="4223"/>
                    <a:pt x="78978" y="8033"/>
                    <a:pt x="76565" y="10319"/>
                  </a:cubicBezTo>
                  <a:lnTo>
                    <a:pt x="10271" y="76359"/>
                  </a:lnTo>
                  <a:cubicBezTo>
                    <a:pt x="7858" y="78772"/>
                    <a:pt x="4048" y="78772"/>
                    <a:pt x="1762" y="76359"/>
                  </a:cubicBezTo>
                  <a:cubicBezTo>
                    <a:pt x="-524" y="73946"/>
                    <a:pt x="-651" y="70136"/>
                    <a:pt x="1762" y="6785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567055" y="658876"/>
              <a:ext cx="12319" cy="60325"/>
            </a:xfrm>
            <a:custGeom>
              <a:avLst/>
              <a:gdLst/>
              <a:ahLst/>
              <a:cxnLst/>
              <a:rect l="l" t="t" r="r" b="b"/>
              <a:pathLst>
                <a:path w="12319" h="60325">
                  <a:moveTo>
                    <a:pt x="254" y="54356"/>
                  </a:moveTo>
                  <a:lnTo>
                    <a:pt x="0" y="6096"/>
                  </a:lnTo>
                  <a:cubicBezTo>
                    <a:pt x="0" y="2794"/>
                    <a:pt x="2667" y="0"/>
                    <a:pt x="5969" y="0"/>
                  </a:cubicBezTo>
                  <a:cubicBezTo>
                    <a:pt x="9271" y="0"/>
                    <a:pt x="12065" y="2667"/>
                    <a:pt x="12065" y="5969"/>
                  </a:cubicBezTo>
                  <a:lnTo>
                    <a:pt x="12319" y="54229"/>
                  </a:lnTo>
                  <a:cubicBezTo>
                    <a:pt x="12319" y="57531"/>
                    <a:pt x="9652" y="60325"/>
                    <a:pt x="6350" y="60325"/>
                  </a:cubicBezTo>
                  <a:cubicBezTo>
                    <a:pt x="3048" y="60325"/>
                    <a:pt x="254" y="57658"/>
                    <a:pt x="254" y="54356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345948" y="848614"/>
              <a:ext cx="244602" cy="12192"/>
            </a:xfrm>
            <a:custGeom>
              <a:avLst/>
              <a:gdLst/>
              <a:ahLst/>
              <a:cxnLst/>
              <a:rect l="l" t="t" r="r" b="b"/>
              <a:pathLst>
                <a:path w="244602" h="12192">
                  <a:moveTo>
                    <a:pt x="6096" y="0"/>
                  </a:moveTo>
                  <a:lnTo>
                    <a:pt x="238506" y="0"/>
                  </a:lnTo>
                  <a:cubicBezTo>
                    <a:pt x="241808" y="0"/>
                    <a:pt x="244602" y="2667"/>
                    <a:pt x="244602" y="6096"/>
                  </a:cubicBezTo>
                  <a:cubicBezTo>
                    <a:pt x="244602" y="9525"/>
                    <a:pt x="241935" y="12192"/>
                    <a:pt x="238506" y="12192"/>
                  </a:cubicBezTo>
                  <a:lnTo>
                    <a:pt x="6096" y="12192"/>
                  </a:lnTo>
                  <a:cubicBezTo>
                    <a:pt x="2794" y="12192"/>
                    <a:pt x="0" y="9525"/>
                    <a:pt x="0" y="6096"/>
                  </a:cubicBezTo>
                  <a:cubicBezTo>
                    <a:pt x="0" y="2667"/>
                    <a:pt x="2667" y="0"/>
                    <a:pt x="6096" y="0"/>
                  </a:cubicBezTo>
                  <a:close/>
                </a:path>
              </a:pathLst>
            </a:custGeom>
            <a:solidFill>
              <a:srgbClr val="3A3630"/>
            </a:solidFill>
          </p:spPr>
        </p:sp>
      </p:grpSp>
      <p:sp>
        <p:nvSpPr>
          <p:cNvPr id="44" name="TextBox 44"/>
          <p:cNvSpPr txBox="1"/>
          <p:nvPr/>
        </p:nvSpPr>
        <p:spPr>
          <a:xfrm>
            <a:off x="2028606" y="687668"/>
            <a:ext cx="7909836" cy="1499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3"/>
              </a:lnSpc>
            </a:pPr>
            <a:r>
              <a:rPr lang="en-US" sz="4729">
                <a:solidFill>
                  <a:srgbClr val="38512F"/>
                </a:solidFill>
                <a:latin typeface="Lora"/>
                <a:ea typeface="Lora"/>
                <a:cs typeface="Lora"/>
                <a:sym typeface="Lora"/>
              </a:rPr>
              <a:t>Conclusion: A Transformed Global Order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179812" y="2565057"/>
            <a:ext cx="52058" cy="35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009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331720" y="4887636"/>
            <a:ext cx="5721847" cy="35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009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Establish multiple regional sources for critical inputs.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331720" y="6676289"/>
            <a:ext cx="6438896" cy="35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009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Maintain targeted buffers for energy and food-critical items.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331720" y="8436366"/>
            <a:ext cx="6789205" cy="787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009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monitoring and scenario planning to navigate future shocks.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028606" y="2565057"/>
            <a:ext cx="8227736" cy="358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2009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Hyper-globalisation has givenwayto security-first trade.The newmetricfor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028606" y="2927402"/>
            <a:ext cx="8259638" cy="810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009">
                <a:solidFill>
                  <a:srgbClr val="3A3630"/>
                </a:solidFill>
                <a:latin typeface="Source Sans 3"/>
                <a:ea typeface="Source Sans 3"/>
                <a:cs typeface="Source Sans 3"/>
                <a:sym typeface="Source Sans 3"/>
              </a:rPr>
              <a:t>success is resilience — built through redundancy, geographic diversification, and transparent supply chains.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331720" y="7907501"/>
            <a:ext cx="3562743" cy="41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Action: Invest in visibility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3331720" y="4330196"/>
            <a:ext cx="3724188" cy="41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Action: Diversify suppliers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331720" y="6118849"/>
            <a:ext cx="3875823" cy="414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0"/>
              </a:lnSpc>
            </a:pPr>
            <a:r>
              <a:rPr lang="en-US" sz="2364">
                <a:solidFill>
                  <a:srgbClr val="3A3630"/>
                </a:solidFill>
                <a:latin typeface="Lora"/>
                <a:ea typeface="Lora"/>
                <a:cs typeface="Lora"/>
                <a:sym typeface="Lora"/>
              </a:rPr>
              <a:t>Action: Strategic stockpiles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606</Words>
  <Application>Microsoft Office PowerPoint</Application>
  <PresentationFormat>Custom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Lora</vt:lpstr>
      <vt:lpstr>Arial</vt:lpstr>
      <vt:lpstr>Source Sans 3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Bhagesh Betode</cp:lastModifiedBy>
  <cp:revision>1</cp:revision>
  <dcterms:created xsi:type="dcterms:W3CDTF">2006-08-16T00:00:00Z</dcterms:created>
  <dcterms:modified xsi:type="dcterms:W3CDTF">2026-10-27T17:51:54Z</dcterms:modified>
  <dc:identifier>DAHWjXIaqas</dc:identifier>
</cp:coreProperties>
</file>